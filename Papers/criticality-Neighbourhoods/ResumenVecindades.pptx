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3" r:id="rId4"/>
    <p:sldId id="264" r:id="rId5"/>
    <p:sldId id="262" r:id="rId6"/>
    <p:sldId id="266" r:id="rId7"/>
    <p:sldId id="267" r:id="rId8"/>
    <p:sldId id="265" r:id="rId9"/>
    <p:sldId id="268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0B9BF-7935-40CC-A5C8-6FA7F3923CBD}" type="datetimeFigureOut">
              <a:rPr lang="es-ES" smtClean="0"/>
              <a:t>03/03/2022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B2BE7-9482-4829-9DE3-305F0E0D2C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6759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0B9BF-7935-40CC-A5C8-6FA7F3923CBD}" type="datetimeFigureOut">
              <a:rPr lang="es-ES" smtClean="0"/>
              <a:t>03/03/2022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B2BE7-9482-4829-9DE3-305F0E0D2C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4409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0B9BF-7935-40CC-A5C8-6FA7F3923CBD}" type="datetimeFigureOut">
              <a:rPr lang="es-ES" smtClean="0"/>
              <a:t>03/03/2022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B2BE7-9482-4829-9DE3-305F0E0D2C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7188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0B9BF-7935-40CC-A5C8-6FA7F3923CBD}" type="datetimeFigureOut">
              <a:rPr lang="es-ES" smtClean="0"/>
              <a:t>03/03/2022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B2BE7-9482-4829-9DE3-305F0E0D2C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2266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0B9BF-7935-40CC-A5C8-6FA7F3923CBD}" type="datetimeFigureOut">
              <a:rPr lang="es-ES" smtClean="0"/>
              <a:t>03/03/2022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B2BE7-9482-4829-9DE3-305F0E0D2C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8236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0B9BF-7935-40CC-A5C8-6FA7F3923CBD}" type="datetimeFigureOut">
              <a:rPr lang="es-ES" smtClean="0"/>
              <a:t>03/03/2022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B2BE7-9482-4829-9DE3-305F0E0D2C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1002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0B9BF-7935-40CC-A5C8-6FA7F3923CBD}" type="datetimeFigureOut">
              <a:rPr lang="es-ES" smtClean="0"/>
              <a:t>03/03/2022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B2BE7-9482-4829-9DE3-305F0E0D2C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5757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0B9BF-7935-40CC-A5C8-6FA7F3923CBD}" type="datetimeFigureOut">
              <a:rPr lang="es-ES" smtClean="0"/>
              <a:t>03/03/2022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B2BE7-9482-4829-9DE3-305F0E0D2C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6118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0B9BF-7935-40CC-A5C8-6FA7F3923CBD}" type="datetimeFigureOut">
              <a:rPr lang="es-ES" smtClean="0"/>
              <a:t>03/03/2022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B2BE7-9482-4829-9DE3-305F0E0D2C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4270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0B9BF-7935-40CC-A5C8-6FA7F3923CBD}" type="datetimeFigureOut">
              <a:rPr lang="es-ES" smtClean="0"/>
              <a:t>03/03/2022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B2BE7-9482-4829-9DE3-305F0E0D2C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7968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0B9BF-7935-40CC-A5C8-6FA7F3923CBD}" type="datetimeFigureOut">
              <a:rPr lang="es-ES" smtClean="0"/>
              <a:t>03/03/2022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B2BE7-9482-4829-9DE3-305F0E0D2C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86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0B9BF-7935-40CC-A5C8-6FA7F3923CBD}" type="datetimeFigureOut">
              <a:rPr lang="es-ES" smtClean="0"/>
              <a:t>03/03/2022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B2BE7-9482-4829-9DE3-305F0E0D2C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667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Vecindades para JSP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Los nodos coloreados representan un bloque crítico.</a:t>
            </a:r>
          </a:p>
          <a:p>
            <a:r>
              <a:rPr lang="es-ES" dirty="0" smtClean="0"/>
              <a:t>Los nodos transparentes son nodos ajenos al bloque crítico.</a:t>
            </a:r>
          </a:p>
          <a:p>
            <a:r>
              <a:rPr lang="es-ES" dirty="0" smtClean="0"/>
              <a:t>Las flechas representan precedencia de máquina.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78569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Vecindad N1: Invertir todos los arcos del bloque crítico</a:t>
            </a:r>
            <a:endParaRPr lang="es-ES" dirty="0"/>
          </a:p>
        </p:txBody>
      </p:sp>
      <p:sp>
        <p:nvSpPr>
          <p:cNvPr id="5" name="Elipse 4"/>
          <p:cNvSpPr/>
          <p:nvPr/>
        </p:nvSpPr>
        <p:spPr>
          <a:xfrm>
            <a:off x="3786848" y="2785718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a</a:t>
            </a:r>
            <a:endParaRPr lang="es-ES" dirty="0"/>
          </a:p>
        </p:txBody>
      </p:sp>
      <p:sp>
        <p:nvSpPr>
          <p:cNvPr id="6" name="Elipse 5"/>
          <p:cNvSpPr/>
          <p:nvPr/>
        </p:nvSpPr>
        <p:spPr>
          <a:xfrm>
            <a:off x="4819465" y="2785718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b</a:t>
            </a:r>
            <a:endParaRPr lang="es-ES" dirty="0"/>
          </a:p>
        </p:txBody>
      </p:sp>
      <p:cxnSp>
        <p:nvCxnSpPr>
          <p:cNvPr id="12" name="Conector recto de flecha 11"/>
          <p:cNvCxnSpPr>
            <a:stCxn id="5" idx="6"/>
            <a:endCxn id="6" idx="2"/>
          </p:cNvCxnSpPr>
          <p:nvPr/>
        </p:nvCxnSpPr>
        <p:spPr>
          <a:xfrm>
            <a:off x="4146848" y="2965718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/>
          <p:cNvSpPr/>
          <p:nvPr/>
        </p:nvSpPr>
        <p:spPr>
          <a:xfrm>
            <a:off x="2754231" y="2785718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P</a:t>
            </a:r>
            <a:r>
              <a:rPr lang="es-ES" baseline="-25000" dirty="0" err="1" smtClean="0"/>
              <a:t>a</a:t>
            </a:r>
            <a:endParaRPr lang="es-ES" baseline="-25000" dirty="0"/>
          </a:p>
        </p:txBody>
      </p:sp>
      <p:sp>
        <p:nvSpPr>
          <p:cNvPr id="19" name="Elipse 18"/>
          <p:cNvSpPr/>
          <p:nvPr/>
        </p:nvSpPr>
        <p:spPr>
          <a:xfrm>
            <a:off x="5852082" y="2785718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S</a:t>
            </a:r>
            <a:r>
              <a:rPr lang="es-ES" baseline="-25000" dirty="0" smtClean="0"/>
              <a:t>b</a:t>
            </a:r>
            <a:endParaRPr lang="es-ES" baseline="-25000" dirty="0"/>
          </a:p>
        </p:txBody>
      </p:sp>
      <p:cxnSp>
        <p:nvCxnSpPr>
          <p:cNvPr id="20" name="Conector recto de flecha 19"/>
          <p:cNvCxnSpPr>
            <a:stCxn id="18" idx="6"/>
            <a:endCxn id="5" idx="2"/>
          </p:cNvCxnSpPr>
          <p:nvPr/>
        </p:nvCxnSpPr>
        <p:spPr>
          <a:xfrm>
            <a:off x="3114231" y="2965718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/>
          <p:cNvCxnSpPr>
            <a:stCxn id="6" idx="6"/>
            <a:endCxn id="19" idx="2"/>
          </p:cNvCxnSpPr>
          <p:nvPr/>
        </p:nvCxnSpPr>
        <p:spPr>
          <a:xfrm>
            <a:off x="5179465" y="2965718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/>
          <p:cNvSpPr/>
          <p:nvPr/>
        </p:nvSpPr>
        <p:spPr>
          <a:xfrm>
            <a:off x="3786848" y="3775606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b</a:t>
            </a:r>
            <a:endParaRPr lang="es-ES" dirty="0"/>
          </a:p>
        </p:txBody>
      </p:sp>
      <p:sp>
        <p:nvSpPr>
          <p:cNvPr id="28" name="Elipse 27"/>
          <p:cNvSpPr/>
          <p:nvPr/>
        </p:nvSpPr>
        <p:spPr>
          <a:xfrm>
            <a:off x="4819465" y="3775606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a</a:t>
            </a:r>
            <a:endParaRPr lang="es-ES" dirty="0"/>
          </a:p>
        </p:txBody>
      </p:sp>
      <p:cxnSp>
        <p:nvCxnSpPr>
          <p:cNvPr id="31" name="Conector recto de flecha 30"/>
          <p:cNvCxnSpPr>
            <a:stCxn id="27" idx="6"/>
            <a:endCxn id="28" idx="2"/>
          </p:cNvCxnSpPr>
          <p:nvPr/>
        </p:nvCxnSpPr>
        <p:spPr>
          <a:xfrm>
            <a:off x="4146848" y="3955606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/>
          <p:nvPr/>
        </p:nvSpPr>
        <p:spPr>
          <a:xfrm>
            <a:off x="2754231" y="3775606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P</a:t>
            </a:r>
            <a:r>
              <a:rPr lang="es-ES" baseline="-25000" dirty="0" err="1" smtClean="0"/>
              <a:t>a</a:t>
            </a:r>
            <a:endParaRPr lang="es-ES" baseline="-25000" dirty="0"/>
          </a:p>
        </p:txBody>
      </p:sp>
      <p:sp>
        <p:nvSpPr>
          <p:cNvPr id="35" name="Elipse 34"/>
          <p:cNvSpPr/>
          <p:nvPr/>
        </p:nvSpPr>
        <p:spPr>
          <a:xfrm>
            <a:off x="5852082" y="3775606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S</a:t>
            </a:r>
            <a:r>
              <a:rPr lang="es-ES" baseline="-25000" dirty="0" smtClean="0"/>
              <a:t>b</a:t>
            </a:r>
            <a:endParaRPr lang="es-ES" baseline="-25000" dirty="0"/>
          </a:p>
        </p:txBody>
      </p:sp>
      <p:cxnSp>
        <p:nvCxnSpPr>
          <p:cNvPr id="36" name="Conector recto de flecha 35"/>
          <p:cNvCxnSpPr>
            <a:stCxn id="34" idx="6"/>
            <a:endCxn id="27" idx="2"/>
          </p:cNvCxnSpPr>
          <p:nvPr/>
        </p:nvCxnSpPr>
        <p:spPr>
          <a:xfrm>
            <a:off x="3114231" y="3955606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/>
          <p:cNvCxnSpPr>
            <a:stCxn id="28" idx="6"/>
            <a:endCxn id="35" idx="2"/>
          </p:cNvCxnSpPr>
          <p:nvPr/>
        </p:nvCxnSpPr>
        <p:spPr>
          <a:xfrm>
            <a:off x="5179465" y="3955606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CuadroTexto 71"/>
          <p:cNvSpPr txBox="1"/>
          <p:nvPr/>
        </p:nvSpPr>
        <p:spPr>
          <a:xfrm>
            <a:off x="838200" y="1739684"/>
            <a:ext cx="2455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Bloque crítico de 1 arco: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79968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Vecindad N1: Invertir todos los arcos del bloque crítico</a:t>
            </a:r>
            <a:endParaRPr lang="es-ES" dirty="0"/>
          </a:p>
        </p:txBody>
      </p:sp>
      <p:sp>
        <p:nvSpPr>
          <p:cNvPr id="5" name="Elipse 4"/>
          <p:cNvSpPr/>
          <p:nvPr/>
        </p:nvSpPr>
        <p:spPr>
          <a:xfrm>
            <a:off x="3710647" y="2346102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a</a:t>
            </a:r>
            <a:endParaRPr lang="es-ES" dirty="0"/>
          </a:p>
        </p:txBody>
      </p:sp>
      <p:sp>
        <p:nvSpPr>
          <p:cNvPr id="6" name="Elipse 5"/>
          <p:cNvSpPr/>
          <p:nvPr/>
        </p:nvSpPr>
        <p:spPr>
          <a:xfrm>
            <a:off x="4743264" y="2346102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b</a:t>
            </a:r>
            <a:endParaRPr lang="es-ES" dirty="0"/>
          </a:p>
        </p:txBody>
      </p:sp>
      <p:sp>
        <p:nvSpPr>
          <p:cNvPr id="7" name="Elipse 6"/>
          <p:cNvSpPr/>
          <p:nvPr/>
        </p:nvSpPr>
        <p:spPr>
          <a:xfrm>
            <a:off x="5775881" y="2346102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c</a:t>
            </a:r>
            <a:endParaRPr lang="es-ES" dirty="0"/>
          </a:p>
        </p:txBody>
      </p:sp>
      <p:sp>
        <p:nvSpPr>
          <p:cNvPr id="8" name="Elipse 7"/>
          <p:cNvSpPr/>
          <p:nvPr/>
        </p:nvSpPr>
        <p:spPr>
          <a:xfrm>
            <a:off x="6808498" y="2346102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d</a:t>
            </a:r>
            <a:endParaRPr lang="es-ES" dirty="0"/>
          </a:p>
        </p:txBody>
      </p:sp>
      <p:cxnSp>
        <p:nvCxnSpPr>
          <p:cNvPr id="12" name="Conector recto de flecha 11"/>
          <p:cNvCxnSpPr>
            <a:stCxn id="5" idx="6"/>
            <a:endCxn id="6" idx="2"/>
          </p:cNvCxnSpPr>
          <p:nvPr/>
        </p:nvCxnSpPr>
        <p:spPr>
          <a:xfrm>
            <a:off x="4070647" y="2526102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/>
          <p:cNvCxnSpPr>
            <a:stCxn id="6" idx="6"/>
            <a:endCxn id="7" idx="2"/>
          </p:cNvCxnSpPr>
          <p:nvPr/>
        </p:nvCxnSpPr>
        <p:spPr>
          <a:xfrm>
            <a:off x="5103264" y="2526102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/>
          <p:cNvCxnSpPr>
            <a:stCxn id="7" idx="6"/>
            <a:endCxn id="8" idx="2"/>
          </p:cNvCxnSpPr>
          <p:nvPr/>
        </p:nvCxnSpPr>
        <p:spPr>
          <a:xfrm>
            <a:off x="6135881" y="2526102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/>
          <p:cNvSpPr/>
          <p:nvPr/>
        </p:nvSpPr>
        <p:spPr>
          <a:xfrm>
            <a:off x="2678030" y="2346102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P</a:t>
            </a:r>
            <a:r>
              <a:rPr lang="es-ES" baseline="-25000" dirty="0" err="1" smtClean="0"/>
              <a:t>a</a:t>
            </a:r>
            <a:endParaRPr lang="es-ES" baseline="-25000" dirty="0"/>
          </a:p>
        </p:txBody>
      </p:sp>
      <p:sp>
        <p:nvSpPr>
          <p:cNvPr id="19" name="Elipse 18"/>
          <p:cNvSpPr/>
          <p:nvPr/>
        </p:nvSpPr>
        <p:spPr>
          <a:xfrm>
            <a:off x="7841115" y="2346102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S</a:t>
            </a:r>
            <a:r>
              <a:rPr lang="es-ES" baseline="-25000" dirty="0" err="1" smtClean="0"/>
              <a:t>d</a:t>
            </a:r>
            <a:endParaRPr lang="es-ES" baseline="-25000" dirty="0"/>
          </a:p>
        </p:txBody>
      </p:sp>
      <p:cxnSp>
        <p:nvCxnSpPr>
          <p:cNvPr id="20" name="Conector recto de flecha 19"/>
          <p:cNvCxnSpPr>
            <a:stCxn id="18" idx="6"/>
            <a:endCxn id="5" idx="2"/>
          </p:cNvCxnSpPr>
          <p:nvPr/>
        </p:nvCxnSpPr>
        <p:spPr>
          <a:xfrm>
            <a:off x="3038030" y="2526102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/>
          <p:cNvCxnSpPr>
            <a:stCxn id="8" idx="6"/>
            <a:endCxn id="19" idx="2"/>
          </p:cNvCxnSpPr>
          <p:nvPr/>
        </p:nvCxnSpPr>
        <p:spPr>
          <a:xfrm>
            <a:off x="7168498" y="2526102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/>
          <p:cNvSpPr/>
          <p:nvPr/>
        </p:nvSpPr>
        <p:spPr>
          <a:xfrm>
            <a:off x="3710647" y="3335990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b</a:t>
            </a:r>
            <a:endParaRPr lang="es-ES" dirty="0"/>
          </a:p>
        </p:txBody>
      </p:sp>
      <p:sp>
        <p:nvSpPr>
          <p:cNvPr id="28" name="Elipse 27"/>
          <p:cNvSpPr/>
          <p:nvPr/>
        </p:nvSpPr>
        <p:spPr>
          <a:xfrm>
            <a:off x="4743264" y="3335990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a</a:t>
            </a:r>
            <a:endParaRPr lang="es-ES" dirty="0"/>
          </a:p>
        </p:txBody>
      </p:sp>
      <p:sp>
        <p:nvSpPr>
          <p:cNvPr id="29" name="Elipse 28"/>
          <p:cNvSpPr/>
          <p:nvPr/>
        </p:nvSpPr>
        <p:spPr>
          <a:xfrm>
            <a:off x="5775881" y="3335990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c</a:t>
            </a:r>
            <a:endParaRPr lang="es-ES" dirty="0"/>
          </a:p>
        </p:txBody>
      </p:sp>
      <p:sp>
        <p:nvSpPr>
          <p:cNvPr id="30" name="Elipse 29"/>
          <p:cNvSpPr/>
          <p:nvPr/>
        </p:nvSpPr>
        <p:spPr>
          <a:xfrm>
            <a:off x="6808498" y="3335990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d</a:t>
            </a:r>
            <a:endParaRPr lang="es-ES" dirty="0"/>
          </a:p>
        </p:txBody>
      </p:sp>
      <p:cxnSp>
        <p:nvCxnSpPr>
          <p:cNvPr id="31" name="Conector recto de flecha 30"/>
          <p:cNvCxnSpPr>
            <a:stCxn id="27" idx="6"/>
            <a:endCxn id="28" idx="2"/>
          </p:cNvCxnSpPr>
          <p:nvPr/>
        </p:nvCxnSpPr>
        <p:spPr>
          <a:xfrm>
            <a:off x="4070647" y="3515990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/>
          <p:cNvCxnSpPr>
            <a:stCxn id="28" idx="6"/>
            <a:endCxn id="29" idx="2"/>
          </p:cNvCxnSpPr>
          <p:nvPr/>
        </p:nvCxnSpPr>
        <p:spPr>
          <a:xfrm>
            <a:off x="5103264" y="3515990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/>
          <p:cNvCxnSpPr>
            <a:stCxn id="29" idx="6"/>
            <a:endCxn id="30" idx="2"/>
          </p:cNvCxnSpPr>
          <p:nvPr/>
        </p:nvCxnSpPr>
        <p:spPr>
          <a:xfrm>
            <a:off x="6135881" y="3515990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/>
          <p:nvPr/>
        </p:nvSpPr>
        <p:spPr>
          <a:xfrm>
            <a:off x="2678030" y="3335990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P</a:t>
            </a:r>
            <a:r>
              <a:rPr lang="es-ES" baseline="-25000" dirty="0" err="1" smtClean="0"/>
              <a:t>a</a:t>
            </a:r>
            <a:endParaRPr lang="es-ES" baseline="-25000" dirty="0"/>
          </a:p>
        </p:txBody>
      </p:sp>
      <p:sp>
        <p:nvSpPr>
          <p:cNvPr id="35" name="Elipse 34"/>
          <p:cNvSpPr/>
          <p:nvPr/>
        </p:nvSpPr>
        <p:spPr>
          <a:xfrm>
            <a:off x="7841115" y="3335990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S</a:t>
            </a:r>
            <a:r>
              <a:rPr lang="es-ES" baseline="-25000" dirty="0" err="1" smtClean="0"/>
              <a:t>d</a:t>
            </a:r>
            <a:endParaRPr lang="es-ES" baseline="-25000" dirty="0"/>
          </a:p>
        </p:txBody>
      </p:sp>
      <p:cxnSp>
        <p:nvCxnSpPr>
          <p:cNvPr id="36" name="Conector recto de flecha 35"/>
          <p:cNvCxnSpPr>
            <a:stCxn id="34" idx="6"/>
            <a:endCxn id="27" idx="2"/>
          </p:cNvCxnSpPr>
          <p:nvPr/>
        </p:nvCxnSpPr>
        <p:spPr>
          <a:xfrm>
            <a:off x="3038030" y="3515990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/>
          <p:cNvCxnSpPr>
            <a:stCxn id="30" idx="6"/>
            <a:endCxn id="35" idx="2"/>
          </p:cNvCxnSpPr>
          <p:nvPr/>
        </p:nvCxnSpPr>
        <p:spPr>
          <a:xfrm>
            <a:off x="7168498" y="3515990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/>
          <p:cNvSpPr/>
          <p:nvPr/>
        </p:nvSpPr>
        <p:spPr>
          <a:xfrm>
            <a:off x="3710647" y="4325878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a</a:t>
            </a:r>
            <a:endParaRPr lang="es-ES" dirty="0"/>
          </a:p>
        </p:txBody>
      </p:sp>
      <p:sp>
        <p:nvSpPr>
          <p:cNvPr id="49" name="Elipse 48"/>
          <p:cNvSpPr/>
          <p:nvPr/>
        </p:nvSpPr>
        <p:spPr>
          <a:xfrm>
            <a:off x="4743264" y="4325878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c</a:t>
            </a:r>
            <a:endParaRPr lang="es-ES" dirty="0"/>
          </a:p>
        </p:txBody>
      </p:sp>
      <p:sp>
        <p:nvSpPr>
          <p:cNvPr id="50" name="Elipse 49"/>
          <p:cNvSpPr/>
          <p:nvPr/>
        </p:nvSpPr>
        <p:spPr>
          <a:xfrm>
            <a:off x="5775881" y="4325878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/>
              <a:t>b</a:t>
            </a:r>
            <a:endParaRPr lang="es-ES" dirty="0"/>
          </a:p>
        </p:txBody>
      </p:sp>
      <p:sp>
        <p:nvSpPr>
          <p:cNvPr id="51" name="Elipse 50"/>
          <p:cNvSpPr/>
          <p:nvPr/>
        </p:nvSpPr>
        <p:spPr>
          <a:xfrm>
            <a:off x="6808498" y="4325878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d</a:t>
            </a:r>
            <a:endParaRPr lang="es-ES" dirty="0"/>
          </a:p>
        </p:txBody>
      </p:sp>
      <p:cxnSp>
        <p:nvCxnSpPr>
          <p:cNvPr id="52" name="Conector recto de flecha 51"/>
          <p:cNvCxnSpPr>
            <a:stCxn id="48" idx="6"/>
            <a:endCxn id="49" idx="2"/>
          </p:cNvCxnSpPr>
          <p:nvPr/>
        </p:nvCxnSpPr>
        <p:spPr>
          <a:xfrm>
            <a:off x="4070647" y="4505878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/>
          <p:cNvCxnSpPr>
            <a:stCxn id="49" idx="6"/>
            <a:endCxn id="50" idx="2"/>
          </p:cNvCxnSpPr>
          <p:nvPr/>
        </p:nvCxnSpPr>
        <p:spPr>
          <a:xfrm>
            <a:off x="5103264" y="4505878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53"/>
          <p:cNvCxnSpPr>
            <a:stCxn id="50" idx="6"/>
            <a:endCxn id="51" idx="2"/>
          </p:cNvCxnSpPr>
          <p:nvPr/>
        </p:nvCxnSpPr>
        <p:spPr>
          <a:xfrm>
            <a:off x="6135881" y="4505878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lipse 54"/>
          <p:cNvSpPr/>
          <p:nvPr/>
        </p:nvSpPr>
        <p:spPr>
          <a:xfrm>
            <a:off x="2678030" y="4325878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P</a:t>
            </a:r>
            <a:r>
              <a:rPr lang="es-ES" baseline="-25000" dirty="0" err="1" smtClean="0"/>
              <a:t>a</a:t>
            </a:r>
            <a:endParaRPr lang="es-ES" baseline="-25000" dirty="0"/>
          </a:p>
        </p:txBody>
      </p:sp>
      <p:sp>
        <p:nvSpPr>
          <p:cNvPr id="56" name="Elipse 55"/>
          <p:cNvSpPr/>
          <p:nvPr/>
        </p:nvSpPr>
        <p:spPr>
          <a:xfrm>
            <a:off x="7841115" y="4325878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S</a:t>
            </a:r>
            <a:r>
              <a:rPr lang="es-ES" baseline="-25000" dirty="0" err="1" smtClean="0"/>
              <a:t>d</a:t>
            </a:r>
            <a:endParaRPr lang="es-ES" baseline="-25000" dirty="0"/>
          </a:p>
        </p:txBody>
      </p:sp>
      <p:cxnSp>
        <p:nvCxnSpPr>
          <p:cNvPr id="57" name="Conector recto de flecha 56"/>
          <p:cNvCxnSpPr>
            <a:stCxn id="55" idx="6"/>
            <a:endCxn id="48" idx="2"/>
          </p:cNvCxnSpPr>
          <p:nvPr/>
        </p:nvCxnSpPr>
        <p:spPr>
          <a:xfrm>
            <a:off x="3038030" y="4505878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/>
          <p:cNvCxnSpPr>
            <a:stCxn id="51" idx="6"/>
            <a:endCxn id="56" idx="2"/>
          </p:cNvCxnSpPr>
          <p:nvPr/>
        </p:nvCxnSpPr>
        <p:spPr>
          <a:xfrm>
            <a:off x="7168498" y="4505878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3710647" y="5315765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a</a:t>
            </a:r>
            <a:endParaRPr lang="es-ES" dirty="0"/>
          </a:p>
        </p:txBody>
      </p:sp>
      <p:sp>
        <p:nvSpPr>
          <p:cNvPr id="60" name="Elipse 59"/>
          <p:cNvSpPr/>
          <p:nvPr/>
        </p:nvSpPr>
        <p:spPr>
          <a:xfrm>
            <a:off x="4743264" y="5315765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b</a:t>
            </a:r>
            <a:endParaRPr lang="es-ES" dirty="0"/>
          </a:p>
        </p:txBody>
      </p:sp>
      <p:sp>
        <p:nvSpPr>
          <p:cNvPr id="61" name="Elipse 60"/>
          <p:cNvSpPr/>
          <p:nvPr/>
        </p:nvSpPr>
        <p:spPr>
          <a:xfrm>
            <a:off x="5775881" y="5315765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d</a:t>
            </a:r>
            <a:endParaRPr lang="es-ES" dirty="0"/>
          </a:p>
        </p:txBody>
      </p:sp>
      <p:sp>
        <p:nvSpPr>
          <p:cNvPr id="62" name="Elipse 61"/>
          <p:cNvSpPr/>
          <p:nvPr/>
        </p:nvSpPr>
        <p:spPr>
          <a:xfrm>
            <a:off x="6808498" y="5315765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c</a:t>
            </a:r>
            <a:endParaRPr lang="es-ES" dirty="0"/>
          </a:p>
        </p:txBody>
      </p:sp>
      <p:cxnSp>
        <p:nvCxnSpPr>
          <p:cNvPr id="63" name="Conector recto de flecha 62"/>
          <p:cNvCxnSpPr>
            <a:stCxn id="59" idx="6"/>
            <a:endCxn id="60" idx="2"/>
          </p:cNvCxnSpPr>
          <p:nvPr/>
        </p:nvCxnSpPr>
        <p:spPr>
          <a:xfrm>
            <a:off x="4070647" y="5495765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de flecha 63"/>
          <p:cNvCxnSpPr>
            <a:stCxn id="60" idx="6"/>
            <a:endCxn id="61" idx="2"/>
          </p:cNvCxnSpPr>
          <p:nvPr/>
        </p:nvCxnSpPr>
        <p:spPr>
          <a:xfrm>
            <a:off x="5103264" y="5495765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de flecha 64"/>
          <p:cNvCxnSpPr>
            <a:stCxn id="61" idx="6"/>
            <a:endCxn id="62" idx="2"/>
          </p:cNvCxnSpPr>
          <p:nvPr/>
        </p:nvCxnSpPr>
        <p:spPr>
          <a:xfrm>
            <a:off x="6135881" y="5495765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Elipse 65"/>
          <p:cNvSpPr/>
          <p:nvPr/>
        </p:nvSpPr>
        <p:spPr>
          <a:xfrm>
            <a:off x="2678030" y="5315765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P</a:t>
            </a:r>
            <a:r>
              <a:rPr lang="es-ES" baseline="-25000" dirty="0" err="1" smtClean="0"/>
              <a:t>a</a:t>
            </a:r>
            <a:endParaRPr lang="es-ES" baseline="-25000" dirty="0"/>
          </a:p>
        </p:txBody>
      </p:sp>
      <p:sp>
        <p:nvSpPr>
          <p:cNvPr id="67" name="Elipse 66"/>
          <p:cNvSpPr/>
          <p:nvPr/>
        </p:nvSpPr>
        <p:spPr>
          <a:xfrm>
            <a:off x="7841115" y="5315765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S</a:t>
            </a:r>
            <a:r>
              <a:rPr lang="es-ES" baseline="-25000" dirty="0" err="1" smtClean="0"/>
              <a:t>d</a:t>
            </a:r>
            <a:endParaRPr lang="es-ES" baseline="-25000" dirty="0"/>
          </a:p>
        </p:txBody>
      </p:sp>
      <p:cxnSp>
        <p:nvCxnSpPr>
          <p:cNvPr id="68" name="Conector recto de flecha 67"/>
          <p:cNvCxnSpPr>
            <a:stCxn id="66" idx="6"/>
            <a:endCxn id="59" idx="2"/>
          </p:cNvCxnSpPr>
          <p:nvPr/>
        </p:nvCxnSpPr>
        <p:spPr>
          <a:xfrm>
            <a:off x="3038030" y="5495765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de flecha 68"/>
          <p:cNvCxnSpPr>
            <a:stCxn id="62" idx="6"/>
            <a:endCxn id="67" idx="2"/>
          </p:cNvCxnSpPr>
          <p:nvPr/>
        </p:nvCxnSpPr>
        <p:spPr>
          <a:xfrm>
            <a:off x="7168498" y="5495765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uadroTexto 69"/>
          <p:cNvSpPr txBox="1"/>
          <p:nvPr/>
        </p:nvSpPr>
        <p:spPr>
          <a:xfrm>
            <a:off x="8807810" y="3793428"/>
            <a:ext cx="25459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rgbClr val="FF0000"/>
                </a:solidFill>
              </a:rPr>
              <a:t>Tantos vecinos como arcos en el bloque crítico</a:t>
            </a:r>
          </a:p>
          <a:p>
            <a:r>
              <a:rPr lang="es-ES" dirty="0" smtClean="0">
                <a:solidFill>
                  <a:srgbClr val="FF0000"/>
                </a:solidFill>
              </a:rPr>
              <a:t>(3 en el ejemplo)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71" name="CuadroTexto 70"/>
          <p:cNvSpPr txBox="1"/>
          <p:nvPr/>
        </p:nvSpPr>
        <p:spPr>
          <a:xfrm>
            <a:off x="838200" y="1739684"/>
            <a:ext cx="2782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Bloque crítico de n&gt;1 arcos: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98520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/>
          <p:cNvSpPr/>
          <p:nvPr/>
        </p:nvSpPr>
        <p:spPr>
          <a:xfrm>
            <a:off x="3786848" y="2785718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a</a:t>
            </a:r>
            <a:endParaRPr lang="es-ES" dirty="0"/>
          </a:p>
        </p:txBody>
      </p:sp>
      <p:sp>
        <p:nvSpPr>
          <p:cNvPr id="6" name="Elipse 5"/>
          <p:cNvSpPr/>
          <p:nvPr/>
        </p:nvSpPr>
        <p:spPr>
          <a:xfrm>
            <a:off x="4819465" y="2785718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b</a:t>
            </a:r>
            <a:endParaRPr lang="es-ES" dirty="0"/>
          </a:p>
        </p:txBody>
      </p:sp>
      <p:cxnSp>
        <p:nvCxnSpPr>
          <p:cNvPr id="12" name="Conector recto de flecha 11"/>
          <p:cNvCxnSpPr>
            <a:stCxn id="5" idx="6"/>
            <a:endCxn id="6" idx="2"/>
          </p:cNvCxnSpPr>
          <p:nvPr/>
        </p:nvCxnSpPr>
        <p:spPr>
          <a:xfrm>
            <a:off x="4146848" y="2965718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/>
          <p:cNvSpPr/>
          <p:nvPr/>
        </p:nvSpPr>
        <p:spPr>
          <a:xfrm>
            <a:off x="2754231" y="2785718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P</a:t>
            </a:r>
            <a:r>
              <a:rPr lang="es-ES" baseline="-25000" dirty="0" err="1" smtClean="0"/>
              <a:t>a</a:t>
            </a:r>
            <a:endParaRPr lang="es-ES" baseline="-25000" dirty="0"/>
          </a:p>
        </p:txBody>
      </p:sp>
      <p:sp>
        <p:nvSpPr>
          <p:cNvPr id="19" name="Elipse 18"/>
          <p:cNvSpPr/>
          <p:nvPr/>
        </p:nvSpPr>
        <p:spPr>
          <a:xfrm>
            <a:off x="5852082" y="2785718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S</a:t>
            </a:r>
            <a:r>
              <a:rPr lang="es-ES" baseline="-25000" dirty="0" smtClean="0"/>
              <a:t>b</a:t>
            </a:r>
            <a:endParaRPr lang="es-ES" baseline="-25000" dirty="0"/>
          </a:p>
        </p:txBody>
      </p:sp>
      <p:cxnSp>
        <p:nvCxnSpPr>
          <p:cNvPr id="20" name="Conector recto de flecha 19"/>
          <p:cNvCxnSpPr>
            <a:stCxn id="18" idx="6"/>
            <a:endCxn id="5" idx="2"/>
          </p:cNvCxnSpPr>
          <p:nvPr/>
        </p:nvCxnSpPr>
        <p:spPr>
          <a:xfrm>
            <a:off x="3114231" y="2965718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/>
          <p:cNvCxnSpPr>
            <a:stCxn id="6" idx="6"/>
            <a:endCxn id="19" idx="2"/>
          </p:cNvCxnSpPr>
          <p:nvPr/>
        </p:nvCxnSpPr>
        <p:spPr>
          <a:xfrm>
            <a:off x="5179465" y="2965718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/>
          <p:cNvSpPr/>
          <p:nvPr/>
        </p:nvSpPr>
        <p:spPr>
          <a:xfrm>
            <a:off x="3786848" y="3775606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b</a:t>
            </a:r>
            <a:endParaRPr lang="es-ES" dirty="0"/>
          </a:p>
        </p:txBody>
      </p:sp>
      <p:sp>
        <p:nvSpPr>
          <p:cNvPr id="28" name="Elipse 27"/>
          <p:cNvSpPr/>
          <p:nvPr/>
        </p:nvSpPr>
        <p:spPr>
          <a:xfrm>
            <a:off x="4819465" y="3775606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a</a:t>
            </a:r>
            <a:endParaRPr lang="es-ES" dirty="0"/>
          </a:p>
        </p:txBody>
      </p:sp>
      <p:cxnSp>
        <p:nvCxnSpPr>
          <p:cNvPr id="31" name="Conector recto de flecha 30"/>
          <p:cNvCxnSpPr>
            <a:stCxn id="27" idx="6"/>
            <a:endCxn id="28" idx="2"/>
          </p:cNvCxnSpPr>
          <p:nvPr/>
        </p:nvCxnSpPr>
        <p:spPr>
          <a:xfrm>
            <a:off x="4146848" y="3955606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/>
          <p:nvPr/>
        </p:nvSpPr>
        <p:spPr>
          <a:xfrm>
            <a:off x="2754231" y="3775606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P</a:t>
            </a:r>
            <a:r>
              <a:rPr lang="es-ES" baseline="-25000" dirty="0" err="1" smtClean="0"/>
              <a:t>a</a:t>
            </a:r>
            <a:endParaRPr lang="es-ES" baseline="-25000" dirty="0"/>
          </a:p>
        </p:txBody>
      </p:sp>
      <p:sp>
        <p:nvSpPr>
          <p:cNvPr id="35" name="Elipse 34"/>
          <p:cNvSpPr/>
          <p:nvPr/>
        </p:nvSpPr>
        <p:spPr>
          <a:xfrm>
            <a:off x="5852082" y="3775606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S</a:t>
            </a:r>
            <a:r>
              <a:rPr lang="es-ES" baseline="-25000" dirty="0" smtClean="0"/>
              <a:t>b</a:t>
            </a:r>
            <a:endParaRPr lang="es-ES" baseline="-25000" dirty="0"/>
          </a:p>
        </p:txBody>
      </p:sp>
      <p:cxnSp>
        <p:nvCxnSpPr>
          <p:cNvPr id="36" name="Conector recto de flecha 35"/>
          <p:cNvCxnSpPr>
            <a:stCxn id="34" idx="6"/>
            <a:endCxn id="27" idx="2"/>
          </p:cNvCxnSpPr>
          <p:nvPr/>
        </p:nvCxnSpPr>
        <p:spPr>
          <a:xfrm>
            <a:off x="3114231" y="3955606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/>
          <p:cNvCxnSpPr>
            <a:stCxn id="28" idx="6"/>
            <a:endCxn id="35" idx="2"/>
          </p:cNvCxnSpPr>
          <p:nvPr/>
        </p:nvCxnSpPr>
        <p:spPr>
          <a:xfrm>
            <a:off x="5179465" y="3955606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CuadroTexto 71"/>
          <p:cNvSpPr txBox="1"/>
          <p:nvPr/>
        </p:nvSpPr>
        <p:spPr>
          <a:xfrm>
            <a:off x="838200" y="1739684"/>
            <a:ext cx="3827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Bloque crítico de 1 arco (igual que N1):</a:t>
            </a:r>
            <a:endParaRPr lang="es-ES" dirty="0"/>
          </a:p>
        </p:txBody>
      </p:sp>
      <p:sp>
        <p:nvSpPr>
          <p:cNvPr id="2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 dirty="0" smtClean="0"/>
              <a:t>Vecindad N2: Invertir arcos en extremos del bloque crítico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25781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Vecindad N2: Invertir arcos en extremos del bloque crítico</a:t>
            </a:r>
            <a:endParaRPr lang="es-ES" dirty="0"/>
          </a:p>
        </p:txBody>
      </p:sp>
      <p:sp>
        <p:nvSpPr>
          <p:cNvPr id="5" name="Elipse 4"/>
          <p:cNvSpPr/>
          <p:nvPr/>
        </p:nvSpPr>
        <p:spPr>
          <a:xfrm>
            <a:off x="2923721" y="2708806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a</a:t>
            </a:r>
            <a:endParaRPr lang="es-ES" dirty="0"/>
          </a:p>
        </p:txBody>
      </p:sp>
      <p:sp>
        <p:nvSpPr>
          <p:cNvPr id="6" name="Elipse 5"/>
          <p:cNvSpPr/>
          <p:nvPr/>
        </p:nvSpPr>
        <p:spPr>
          <a:xfrm>
            <a:off x="3956338" y="2708806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b</a:t>
            </a:r>
            <a:endParaRPr lang="es-ES" dirty="0"/>
          </a:p>
        </p:txBody>
      </p:sp>
      <p:sp>
        <p:nvSpPr>
          <p:cNvPr id="7" name="Elipse 6"/>
          <p:cNvSpPr/>
          <p:nvPr/>
        </p:nvSpPr>
        <p:spPr>
          <a:xfrm>
            <a:off x="4988955" y="2708806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c</a:t>
            </a:r>
            <a:endParaRPr lang="es-ES" dirty="0"/>
          </a:p>
        </p:txBody>
      </p:sp>
      <p:sp>
        <p:nvSpPr>
          <p:cNvPr id="8" name="Elipse 7"/>
          <p:cNvSpPr/>
          <p:nvPr/>
        </p:nvSpPr>
        <p:spPr>
          <a:xfrm>
            <a:off x="6021572" y="2708806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d</a:t>
            </a:r>
            <a:endParaRPr lang="es-ES" dirty="0"/>
          </a:p>
        </p:txBody>
      </p:sp>
      <p:cxnSp>
        <p:nvCxnSpPr>
          <p:cNvPr id="12" name="Conector recto de flecha 11"/>
          <p:cNvCxnSpPr>
            <a:stCxn id="5" idx="6"/>
            <a:endCxn id="6" idx="2"/>
          </p:cNvCxnSpPr>
          <p:nvPr/>
        </p:nvCxnSpPr>
        <p:spPr>
          <a:xfrm>
            <a:off x="3283721" y="2888806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/>
          <p:cNvCxnSpPr>
            <a:stCxn id="6" idx="6"/>
            <a:endCxn id="7" idx="2"/>
          </p:cNvCxnSpPr>
          <p:nvPr/>
        </p:nvCxnSpPr>
        <p:spPr>
          <a:xfrm>
            <a:off x="4316338" y="2888806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/>
          <p:cNvCxnSpPr>
            <a:stCxn id="7" idx="6"/>
            <a:endCxn id="8" idx="2"/>
          </p:cNvCxnSpPr>
          <p:nvPr/>
        </p:nvCxnSpPr>
        <p:spPr>
          <a:xfrm>
            <a:off x="5348955" y="2888806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/>
          <p:cNvSpPr/>
          <p:nvPr/>
        </p:nvSpPr>
        <p:spPr>
          <a:xfrm>
            <a:off x="1891104" y="2708806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P</a:t>
            </a:r>
            <a:r>
              <a:rPr lang="es-ES" baseline="-25000" dirty="0" err="1" smtClean="0"/>
              <a:t>a</a:t>
            </a:r>
            <a:endParaRPr lang="es-ES" baseline="-25000" dirty="0"/>
          </a:p>
        </p:txBody>
      </p:sp>
      <p:sp>
        <p:nvSpPr>
          <p:cNvPr id="19" name="Elipse 18"/>
          <p:cNvSpPr/>
          <p:nvPr/>
        </p:nvSpPr>
        <p:spPr>
          <a:xfrm>
            <a:off x="9119423" y="2708806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S</a:t>
            </a:r>
            <a:r>
              <a:rPr lang="es-ES" baseline="-25000" dirty="0" err="1" smtClean="0"/>
              <a:t>f</a:t>
            </a:r>
            <a:endParaRPr lang="es-ES" baseline="-25000" dirty="0"/>
          </a:p>
        </p:txBody>
      </p:sp>
      <p:cxnSp>
        <p:nvCxnSpPr>
          <p:cNvPr id="20" name="Conector recto de flecha 19"/>
          <p:cNvCxnSpPr>
            <a:stCxn id="18" idx="6"/>
            <a:endCxn id="5" idx="2"/>
          </p:cNvCxnSpPr>
          <p:nvPr/>
        </p:nvCxnSpPr>
        <p:spPr>
          <a:xfrm>
            <a:off x="2251104" y="2888806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/>
          <p:cNvCxnSpPr>
            <a:stCxn id="72" idx="6"/>
            <a:endCxn id="19" idx="2"/>
          </p:cNvCxnSpPr>
          <p:nvPr/>
        </p:nvCxnSpPr>
        <p:spPr>
          <a:xfrm>
            <a:off x="8446806" y="2888806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uadroTexto 46"/>
          <p:cNvSpPr txBox="1"/>
          <p:nvPr/>
        </p:nvSpPr>
        <p:spPr>
          <a:xfrm>
            <a:off x="9927309" y="3632440"/>
            <a:ext cx="1857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rgbClr val="FF0000"/>
                </a:solidFill>
              </a:rPr>
              <a:t>2 vecinos por bloque crítico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70" name="CuadroTexto 69"/>
          <p:cNvSpPr txBox="1"/>
          <p:nvPr/>
        </p:nvSpPr>
        <p:spPr>
          <a:xfrm>
            <a:off x="838200" y="1739684"/>
            <a:ext cx="2782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Bloque crítico de n&gt;1 arcos:</a:t>
            </a:r>
            <a:endParaRPr lang="es-ES" dirty="0"/>
          </a:p>
        </p:txBody>
      </p:sp>
      <p:sp>
        <p:nvSpPr>
          <p:cNvPr id="71" name="Elipse 70"/>
          <p:cNvSpPr/>
          <p:nvPr/>
        </p:nvSpPr>
        <p:spPr>
          <a:xfrm>
            <a:off x="7054189" y="2708806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e</a:t>
            </a:r>
            <a:endParaRPr lang="es-ES" dirty="0"/>
          </a:p>
        </p:txBody>
      </p:sp>
      <p:sp>
        <p:nvSpPr>
          <p:cNvPr id="72" name="Elipse 71"/>
          <p:cNvSpPr/>
          <p:nvPr/>
        </p:nvSpPr>
        <p:spPr>
          <a:xfrm>
            <a:off x="8086806" y="2708806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f</a:t>
            </a:r>
            <a:endParaRPr lang="es-ES" dirty="0"/>
          </a:p>
        </p:txBody>
      </p:sp>
      <p:cxnSp>
        <p:nvCxnSpPr>
          <p:cNvPr id="73" name="Conector recto de flecha 72"/>
          <p:cNvCxnSpPr>
            <a:stCxn id="8" idx="6"/>
            <a:endCxn id="71" idx="2"/>
          </p:cNvCxnSpPr>
          <p:nvPr/>
        </p:nvCxnSpPr>
        <p:spPr>
          <a:xfrm>
            <a:off x="6381572" y="2888806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de flecha 73"/>
          <p:cNvCxnSpPr>
            <a:stCxn id="71" idx="6"/>
            <a:endCxn id="72" idx="2"/>
          </p:cNvCxnSpPr>
          <p:nvPr/>
        </p:nvCxnSpPr>
        <p:spPr>
          <a:xfrm>
            <a:off x="7414189" y="2888806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Elipse 74"/>
          <p:cNvSpPr/>
          <p:nvPr/>
        </p:nvSpPr>
        <p:spPr>
          <a:xfrm>
            <a:off x="2923721" y="3897751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b</a:t>
            </a:r>
            <a:endParaRPr lang="es-ES" dirty="0"/>
          </a:p>
        </p:txBody>
      </p:sp>
      <p:sp>
        <p:nvSpPr>
          <p:cNvPr id="76" name="Elipse 75"/>
          <p:cNvSpPr/>
          <p:nvPr/>
        </p:nvSpPr>
        <p:spPr>
          <a:xfrm>
            <a:off x="3956338" y="3897751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/>
              <a:t>a</a:t>
            </a:r>
            <a:endParaRPr lang="es-ES" dirty="0"/>
          </a:p>
        </p:txBody>
      </p:sp>
      <p:sp>
        <p:nvSpPr>
          <p:cNvPr id="77" name="Elipse 76"/>
          <p:cNvSpPr/>
          <p:nvPr/>
        </p:nvSpPr>
        <p:spPr>
          <a:xfrm>
            <a:off x="4988955" y="3897751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c</a:t>
            </a:r>
            <a:endParaRPr lang="es-ES" dirty="0"/>
          </a:p>
        </p:txBody>
      </p:sp>
      <p:sp>
        <p:nvSpPr>
          <p:cNvPr id="78" name="Elipse 77"/>
          <p:cNvSpPr/>
          <p:nvPr/>
        </p:nvSpPr>
        <p:spPr>
          <a:xfrm>
            <a:off x="6021572" y="3897751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d</a:t>
            </a:r>
            <a:endParaRPr lang="es-ES" dirty="0"/>
          </a:p>
        </p:txBody>
      </p:sp>
      <p:cxnSp>
        <p:nvCxnSpPr>
          <p:cNvPr id="79" name="Conector recto de flecha 78"/>
          <p:cNvCxnSpPr>
            <a:stCxn id="75" idx="6"/>
            <a:endCxn id="76" idx="2"/>
          </p:cNvCxnSpPr>
          <p:nvPr/>
        </p:nvCxnSpPr>
        <p:spPr>
          <a:xfrm>
            <a:off x="3283721" y="4077751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de flecha 79"/>
          <p:cNvCxnSpPr>
            <a:stCxn id="76" idx="6"/>
            <a:endCxn id="77" idx="2"/>
          </p:cNvCxnSpPr>
          <p:nvPr/>
        </p:nvCxnSpPr>
        <p:spPr>
          <a:xfrm>
            <a:off x="4316338" y="4077751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cto de flecha 80"/>
          <p:cNvCxnSpPr>
            <a:stCxn id="77" idx="6"/>
            <a:endCxn id="78" idx="2"/>
          </p:cNvCxnSpPr>
          <p:nvPr/>
        </p:nvCxnSpPr>
        <p:spPr>
          <a:xfrm>
            <a:off x="5348955" y="4077751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Elipse 81"/>
          <p:cNvSpPr/>
          <p:nvPr/>
        </p:nvSpPr>
        <p:spPr>
          <a:xfrm>
            <a:off x="1891104" y="3897751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P</a:t>
            </a:r>
            <a:r>
              <a:rPr lang="es-ES" baseline="-25000" dirty="0" err="1" smtClean="0"/>
              <a:t>a</a:t>
            </a:r>
            <a:endParaRPr lang="es-ES" baseline="-25000" dirty="0"/>
          </a:p>
        </p:txBody>
      </p:sp>
      <p:sp>
        <p:nvSpPr>
          <p:cNvPr id="83" name="Elipse 82"/>
          <p:cNvSpPr/>
          <p:nvPr/>
        </p:nvSpPr>
        <p:spPr>
          <a:xfrm>
            <a:off x="9119423" y="3897751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S</a:t>
            </a:r>
            <a:r>
              <a:rPr lang="es-ES" baseline="-25000" dirty="0" err="1" smtClean="0"/>
              <a:t>f</a:t>
            </a:r>
            <a:endParaRPr lang="es-ES" baseline="-25000" dirty="0"/>
          </a:p>
        </p:txBody>
      </p:sp>
      <p:cxnSp>
        <p:nvCxnSpPr>
          <p:cNvPr id="84" name="Conector recto de flecha 83"/>
          <p:cNvCxnSpPr>
            <a:stCxn id="82" idx="6"/>
            <a:endCxn id="75" idx="2"/>
          </p:cNvCxnSpPr>
          <p:nvPr/>
        </p:nvCxnSpPr>
        <p:spPr>
          <a:xfrm>
            <a:off x="2251104" y="4077751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de flecha 84"/>
          <p:cNvCxnSpPr>
            <a:stCxn id="87" idx="6"/>
            <a:endCxn id="83" idx="2"/>
          </p:cNvCxnSpPr>
          <p:nvPr/>
        </p:nvCxnSpPr>
        <p:spPr>
          <a:xfrm>
            <a:off x="8446806" y="4077751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Elipse 85"/>
          <p:cNvSpPr/>
          <p:nvPr/>
        </p:nvSpPr>
        <p:spPr>
          <a:xfrm>
            <a:off x="7054189" y="3897751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e</a:t>
            </a:r>
            <a:endParaRPr lang="es-ES" dirty="0"/>
          </a:p>
        </p:txBody>
      </p:sp>
      <p:sp>
        <p:nvSpPr>
          <p:cNvPr id="87" name="Elipse 86"/>
          <p:cNvSpPr/>
          <p:nvPr/>
        </p:nvSpPr>
        <p:spPr>
          <a:xfrm>
            <a:off x="8086806" y="3897751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f</a:t>
            </a:r>
            <a:endParaRPr lang="es-ES" dirty="0"/>
          </a:p>
        </p:txBody>
      </p:sp>
      <p:cxnSp>
        <p:nvCxnSpPr>
          <p:cNvPr id="88" name="Conector recto de flecha 87"/>
          <p:cNvCxnSpPr>
            <a:stCxn id="78" idx="6"/>
            <a:endCxn id="86" idx="2"/>
          </p:cNvCxnSpPr>
          <p:nvPr/>
        </p:nvCxnSpPr>
        <p:spPr>
          <a:xfrm>
            <a:off x="6381572" y="4077751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de flecha 88"/>
          <p:cNvCxnSpPr>
            <a:stCxn id="86" idx="6"/>
            <a:endCxn id="87" idx="2"/>
          </p:cNvCxnSpPr>
          <p:nvPr/>
        </p:nvCxnSpPr>
        <p:spPr>
          <a:xfrm>
            <a:off x="7414189" y="4077751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Elipse 89"/>
          <p:cNvSpPr/>
          <p:nvPr/>
        </p:nvSpPr>
        <p:spPr>
          <a:xfrm>
            <a:off x="2923721" y="5095302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a</a:t>
            </a:r>
            <a:endParaRPr lang="es-ES" dirty="0"/>
          </a:p>
        </p:txBody>
      </p:sp>
      <p:sp>
        <p:nvSpPr>
          <p:cNvPr id="91" name="Elipse 90"/>
          <p:cNvSpPr/>
          <p:nvPr/>
        </p:nvSpPr>
        <p:spPr>
          <a:xfrm>
            <a:off x="3956338" y="5095302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b</a:t>
            </a:r>
            <a:endParaRPr lang="es-ES" dirty="0"/>
          </a:p>
        </p:txBody>
      </p:sp>
      <p:sp>
        <p:nvSpPr>
          <p:cNvPr id="92" name="Elipse 91"/>
          <p:cNvSpPr/>
          <p:nvPr/>
        </p:nvSpPr>
        <p:spPr>
          <a:xfrm>
            <a:off x="4988955" y="5095302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c</a:t>
            </a:r>
            <a:endParaRPr lang="es-ES" dirty="0"/>
          </a:p>
        </p:txBody>
      </p:sp>
      <p:sp>
        <p:nvSpPr>
          <p:cNvPr id="93" name="Elipse 92"/>
          <p:cNvSpPr/>
          <p:nvPr/>
        </p:nvSpPr>
        <p:spPr>
          <a:xfrm>
            <a:off x="6021572" y="5095302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d</a:t>
            </a:r>
            <a:endParaRPr lang="es-ES" dirty="0"/>
          </a:p>
        </p:txBody>
      </p:sp>
      <p:cxnSp>
        <p:nvCxnSpPr>
          <p:cNvPr id="94" name="Conector recto de flecha 93"/>
          <p:cNvCxnSpPr>
            <a:stCxn id="90" idx="6"/>
            <a:endCxn id="91" idx="2"/>
          </p:cNvCxnSpPr>
          <p:nvPr/>
        </p:nvCxnSpPr>
        <p:spPr>
          <a:xfrm>
            <a:off x="3283721" y="5275302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/>
          <p:cNvCxnSpPr>
            <a:stCxn id="91" idx="6"/>
            <a:endCxn id="92" idx="2"/>
          </p:cNvCxnSpPr>
          <p:nvPr/>
        </p:nvCxnSpPr>
        <p:spPr>
          <a:xfrm>
            <a:off x="4316338" y="5275302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cto de flecha 95"/>
          <p:cNvCxnSpPr>
            <a:stCxn id="92" idx="6"/>
            <a:endCxn id="93" idx="2"/>
          </p:cNvCxnSpPr>
          <p:nvPr/>
        </p:nvCxnSpPr>
        <p:spPr>
          <a:xfrm>
            <a:off x="5348955" y="5275302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Elipse 96"/>
          <p:cNvSpPr/>
          <p:nvPr/>
        </p:nvSpPr>
        <p:spPr>
          <a:xfrm>
            <a:off x="1891104" y="5095302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P</a:t>
            </a:r>
            <a:r>
              <a:rPr lang="es-ES" baseline="-25000" dirty="0" err="1" smtClean="0"/>
              <a:t>a</a:t>
            </a:r>
            <a:endParaRPr lang="es-ES" baseline="-25000" dirty="0"/>
          </a:p>
        </p:txBody>
      </p:sp>
      <p:sp>
        <p:nvSpPr>
          <p:cNvPr id="98" name="Elipse 97"/>
          <p:cNvSpPr/>
          <p:nvPr/>
        </p:nvSpPr>
        <p:spPr>
          <a:xfrm>
            <a:off x="9119423" y="5095302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S</a:t>
            </a:r>
            <a:r>
              <a:rPr lang="es-ES" baseline="-25000" dirty="0" err="1" smtClean="0"/>
              <a:t>f</a:t>
            </a:r>
            <a:endParaRPr lang="es-ES" baseline="-25000" dirty="0"/>
          </a:p>
        </p:txBody>
      </p:sp>
      <p:cxnSp>
        <p:nvCxnSpPr>
          <p:cNvPr id="99" name="Conector recto de flecha 98"/>
          <p:cNvCxnSpPr>
            <a:stCxn id="97" idx="6"/>
            <a:endCxn id="90" idx="2"/>
          </p:cNvCxnSpPr>
          <p:nvPr/>
        </p:nvCxnSpPr>
        <p:spPr>
          <a:xfrm>
            <a:off x="2251104" y="5275302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cto de flecha 99"/>
          <p:cNvCxnSpPr>
            <a:stCxn id="102" idx="6"/>
            <a:endCxn id="98" idx="2"/>
          </p:cNvCxnSpPr>
          <p:nvPr/>
        </p:nvCxnSpPr>
        <p:spPr>
          <a:xfrm>
            <a:off x="8446806" y="5275302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Elipse 100"/>
          <p:cNvSpPr/>
          <p:nvPr/>
        </p:nvSpPr>
        <p:spPr>
          <a:xfrm>
            <a:off x="7054189" y="5095302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f</a:t>
            </a:r>
            <a:endParaRPr lang="es-ES" dirty="0"/>
          </a:p>
        </p:txBody>
      </p:sp>
      <p:sp>
        <p:nvSpPr>
          <p:cNvPr id="102" name="Elipse 101"/>
          <p:cNvSpPr/>
          <p:nvPr/>
        </p:nvSpPr>
        <p:spPr>
          <a:xfrm>
            <a:off x="8086806" y="5095302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/>
              <a:t>e</a:t>
            </a:r>
            <a:endParaRPr lang="es-ES" dirty="0"/>
          </a:p>
        </p:txBody>
      </p:sp>
      <p:cxnSp>
        <p:nvCxnSpPr>
          <p:cNvPr id="103" name="Conector recto de flecha 102"/>
          <p:cNvCxnSpPr>
            <a:stCxn id="93" idx="6"/>
            <a:endCxn id="101" idx="2"/>
          </p:cNvCxnSpPr>
          <p:nvPr/>
        </p:nvCxnSpPr>
        <p:spPr>
          <a:xfrm>
            <a:off x="6381572" y="5275302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cto de flecha 103"/>
          <p:cNvCxnSpPr>
            <a:stCxn id="101" idx="6"/>
            <a:endCxn id="102" idx="2"/>
          </p:cNvCxnSpPr>
          <p:nvPr/>
        </p:nvCxnSpPr>
        <p:spPr>
          <a:xfrm>
            <a:off x="7414189" y="5275302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659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/>
          <p:cNvSpPr/>
          <p:nvPr/>
        </p:nvSpPr>
        <p:spPr>
          <a:xfrm>
            <a:off x="3786848" y="2785718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a</a:t>
            </a:r>
            <a:endParaRPr lang="es-ES" dirty="0"/>
          </a:p>
        </p:txBody>
      </p:sp>
      <p:sp>
        <p:nvSpPr>
          <p:cNvPr id="6" name="Elipse 5"/>
          <p:cNvSpPr/>
          <p:nvPr/>
        </p:nvSpPr>
        <p:spPr>
          <a:xfrm>
            <a:off x="4819465" y="2785718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b</a:t>
            </a:r>
            <a:endParaRPr lang="es-ES" dirty="0"/>
          </a:p>
        </p:txBody>
      </p:sp>
      <p:cxnSp>
        <p:nvCxnSpPr>
          <p:cNvPr id="12" name="Conector recto de flecha 11"/>
          <p:cNvCxnSpPr>
            <a:stCxn id="5" idx="6"/>
            <a:endCxn id="6" idx="2"/>
          </p:cNvCxnSpPr>
          <p:nvPr/>
        </p:nvCxnSpPr>
        <p:spPr>
          <a:xfrm>
            <a:off x="4146848" y="2965718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/>
          <p:cNvSpPr/>
          <p:nvPr/>
        </p:nvSpPr>
        <p:spPr>
          <a:xfrm>
            <a:off x="2754231" y="2785718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P</a:t>
            </a:r>
            <a:r>
              <a:rPr lang="es-ES" baseline="-25000" dirty="0" err="1" smtClean="0"/>
              <a:t>a</a:t>
            </a:r>
            <a:endParaRPr lang="es-ES" baseline="-25000" dirty="0"/>
          </a:p>
        </p:txBody>
      </p:sp>
      <p:sp>
        <p:nvSpPr>
          <p:cNvPr id="19" name="Elipse 18"/>
          <p:cNvSpPr/>
          <p:nvPr/>
        </p:nvSpPr>
        <p:spPr>
          <a:xfrm>
            <a:off x="5852082" y="2785718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S</a:t>
            </a:r>
            <a:r>
              <a:rPr lang="es-ES" baseline="-25000" dirty="0" smtClean="0"/>
              <a:t>b</a:t>
            </a:r>
            <a:endParaRPr lang="es-ES" baseline="-25000" dirty="0"/>
          </a:p>
        </p:txBody>
      </p:sp>
      <p:cxnSp>
        <p:nvCxnSpPr>
          <p:cNvPr id="20" name="Conector recto de flecha 19"/>
          <p:cNvCxnSpPr>
            <a:stCxn id="18" idx="6"/>
            <a:endCxn id="5" idx="2"/>
          </p:cNvCxnSpPr>
          <p:nvPr/>
        </p:nvCxnSpPr>
        <p:spPr>
          <a:xfrm>
            <a:off x="3114231" y="2965718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/>
          <p:cNvCxnSpPr>
            <a:stCxn id="6" idx="6"/>
            <a:endCxn id="19" idx="2"/>
          </p:cNvCxnSpPr>
          <p:nvPr/>
        </p:nvCxnSpPr>
        <p:spPr>
          <a:xfrm>
            <a:off x="5179465" y="2965718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/>
          <p:cNvSpPr/>
          <p:nvPr/>
        </p:nvSpPr>
        <p:spPr>
          <a:xfrm>
            <a:off x="3786848" y="3775606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b</a:t>
            </a:r>
            <a:endParaRPr lang="es-ES" dirty="0"/>
          </a:p>
        </p:txBody>
      </p:sp>
      <p:sp>
        <p:nvSpPr>
          <p:cNvPr id="28" name="Elipse 27"/>
          <p:cNvSpPr/>
          <p:nvPr/>
        </p:nvSpPr>
        <p:spPr>
          <a:xfrm>
            <a:off x="4819465" y="3775606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a</a:t>
            </a:r>
            <a:endParaRPr lang="es-ES" dirty="0"/>
          </a:p>
        </p:txBody>
      </p:sp>
      <p:cxnSp>
        <p:nvCxnSpPr>
          <p:cNvPr id="31" name="Conector recto de flecha 30"/>
          <p:cNvCxnSpPr>
            <a:stCxn id="27" idx="6"/>
            <a:endCxn id="28" idx="2"/>
          </p:cNvCxnSpPr>
          <p:nvPr/>
        </p:nvCxnSpPr>
        <p:spPr>
          <a:xfrm>
            <a:off x="4146848" y="3955606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/>
          <p:nvPr/>
        </p:nvSpPr>
        <p:spPr>
          <a:xfrm>
            <a:off x="2754231" y="3775606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P</a:t>
            </a:r>
            <a:r>
              <a:rPr lang="es-ES" baseline="-25000" dirty="0" err="1" smtClean="0"/>
              <a:t>a</a:t>
            </a:r>
            <a:endParaRPr lang="es-ES" baseline="-25000" dirty="0"/>
          </a:p>
        </p:txBody>
      </p:sp>
      <p:sp>
        <p:nvSpPr>
          <p:cNvPr id="35" name="Elipse 34"/>
          <p:cNvSpPr/>
          <p:nvPr/>
        </p:nvSpPr>
        <p:spPr>
          <a:xfrm>
            <a:off x="5852082" y="3775606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S</a:t>
            </a:r>
            <a:r>
              <a:rPr lang="es-ES" baseline="-25000" dirty="0" smtClean="0"/>
              <a:t>b</a:t>
            </a:r>
            <a:endParaRPr lang="es-ES" baseline="-25000" dirty="0"/>
          </a:p>
        </p:txBody>
      </p:sp>
      <p:cxnSp>
        <p:nvCxnSpPr>
          <p:cNvPr id="36" name="Conector recto de flecha 35"/>
          <p:cNvCxnSpPr>
            <a:stCxn id="34" idx="6"/>
            <a:endCxn id="27" idx="2"/>
          </p:cNvCxnSpPr>
          <p:nvPr/>
        </p:nvCxnSpPr>
        <p:spPr>
          <a:xfrm>
            <a:off x="3114231" y="3955606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/>
          <p:cNvCxnSpPr>
            <a:stCxn id="28" idx="6"/>
            <a:endCxn id="35" idx="2"/>
          </p:cNvCxnSpPr>
          <p:nvPr/>
        </p:nvCxnSpPr>
        <p:spPr>
          <a:xfrm>
            <a:off x="5179465" y="3955606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CuadroTexto 71"/>
          <p:cNvSpPr txBox="1"/>
          <p:nvPr/>
        </p:nvSpPr>
        <p:spPr>
          <a:xfrm>
            <a:off x="838200" y="1739684"/>
            <a:ext cx="4303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Bloque crítico de 1 arco (igual que N1 y N2):</a:t>
            </a:r>
            <a:endParaRPr lang="es-ES" dirty="0"/>
          </a:p>
        </p:txBody>
      </p:sp>
      <p:sp>
        <p:nvSpPr>
          <p:cNvPr id="2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 dirty="0" smtClean="0"/>
              <a:t>Vecindad N3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11837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/>
          <p:cNvSpPr/>
          <p:nvPr/>
        </p:nvSpPr>
        <p:spPr>
          <a:xfrm>
            <a:off x="2368245" y="2392611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a</a:t>
            </a:r>
            <a:endParaRPr lang="es-ES" dirty="0"/>
          </a:p>
        </p:txBody>
      </p:sp>
      <p:sp>
        <p:nvSpPr>
          <p:cNvPr id="6" name="Elipse 5"/>
          <p:cNvSpPr/>
          <p:nvPr/>
        </p:nvSpPr>
        <p:spPr>
          <a:xfrm>
            <a:off x="3400862" y="2392611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b</a:t>
            </a:r>
            <a:endParaRPr lang="es-ES" dirty="0"/>
          </a:p>
        </p:txBody>
      </p:sp>
      <p:cxnSp>
        <p:nvCxnSpPr>
          <p:cNvPr id="12" name="Conector recto de flecha 11"/>
          <p:cNvCxnSpPr>
            <a:stCxn id="5" idx="6"/>
            <a:endCxn id="6" idx="2"/>
          </p:cNvCxnSpPr>
          <p:nvPr/>
        </p:nvCxnSpPr>
        <p:spPr>
          <a:xfrm>
            <a:off x="2728245" y="2572611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/>
          <p:cNvSpPr/>
          <p:nvPr/>
        </p:nvSpPr>
        <p:spPr>
          <a:xfrm>
            <a:off x="1335628" y="2392611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P</a:t>
            </a:r>
            <a:r>
              <a:rPr lang="es-ES" baseline="-25000" dirty="0" err="1" smtClean="0"/>
              <a:t>a</a:t>
            </a:r>
            <a:endParaRPr lang="es-ES" baseline="-25000" dirty="0"/>
          </a:p>
        </p:txBody>
      </p:sp>
      <p:cxnSp>
        <p:nvCxnSpPr>
          <p:cNvPr id="20" name="Conector recto de flecha 19"/>
          <p:cNvCxnSpPr>
            <a:stCxn id="18" idx="6"/>
            <a:endCxn id="5" idx="2"/>
          </p:cNvCxnSpPr>
          <p:nvPr/>
        </p:nvCxnSpPr>
        <p:spPr>
          <a:xfrm>
            <a:off x="1695628" y="2572611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CuadroTexto 71"/>
          <p:cNvSpPr txBox="1"/>
          <p:nvPr/>
        </p:nvSpPr>
        <p:spPr>
          <a:xfrm>
            <a:off x="838200" y="1739684"/>
            <a:ext cx="2545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Bloque crítico de 2 arcos:</a:t>
            </a:r>
            <a:endParaRPr lang="es-ES" dirty="0"/>
          </a:p>
        </p:txBody>
      </p:sp>
      <p:sp>
        <p:nvSpPr>
          <p:cNvPr id="2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 dirty="0" smtClean="0"/>
              <a:t>Vecindad N3</a:t>
            </a:r>
            <a:endParaRPr lang="es-ES" dirty="0"/>
          </a:p>
        </p:txBody>
      </p:sp>
      <p:sp>
        <p:nvSpPr>
          <p:cNvPr id="21" name="Elipse 20"/>
          <p:cNvSpPr/>
          <p:nvPr/>
        </p:nvSpPr>
        <p:spPr>
          <a:xfrm>
            <a:off x="4433479" y="2392611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c</a:t>
            </a:r>
            <a:endParaRPr lang="es-ES" dirty="0"/>
          </a:p>
        </p:txBody>
      </p:sp>
      <p:cxnSp>
        <p:nvCxnSpPr>
          <p:cNvPr id="24" name="Conector recto de flecha 23"/>
          <p:cNvCxnSpPr>
            <a:stCxn id="6" idx="6"/>
            <a:endCxn id="21" idx="2"/>
          </p:cNvCxnSpPr>
          <p:nvPr/>
        </p:nvCxnSpPr>
        <p:spPr>
          <a:xfrm>
            <a:off x="3760862" y="2572611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/>
          <p:nvPr/>
        </p:nvSpPr>
        <p:spPr>
          <a:xfrm>
            <a:off x="5466096" y="2392611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S</a:t>
            </a:r>
            <a:r>
              <a:rPr lang="es-ES" baseline="-25000" dirty="0" smtClean="0"/>
              <a:t>c</a:t>
            </a:r>
            <a:endParaRPr lang="es-ES" baseline="-25000" dirty="0"/>
          </a:p>
        </p:txBody>
      </p:sp>
      <p:cxnSp>
        <p:nvCxnSpPr>
          <p:cNvPr id="26" name="Conector recto de flecha 25"/>
          <p:cNvCxnSpPr>
            <a:stCxn id="21" idx="6"/>
            <a:endCxn id="25" idx="2"/>
          </p:cNvCxnSpPr>
          <p:nvPr/>
        </p:nvCxnSpPr>
        <p:spPr>
          <a:xfrm>
            <a:off x="4793479" y="2572611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/>
          <p:nvPr/>
        </p:nvSpPr>
        <p:spPr>
          <a:xfrm>
            <a:off x="2368245" y="3249313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b</a:t>
            </a:r>
            <a:endParaRPr lang="es-ES" dirty="0"/>
          </a:p>
        </p:txBody>
      </p:sp>
      <p:sp>
        <p:nvSpPr>
          <p:cNvPr id="30" name="Elipse 29"/>
          <p:cNvSpPr/>
          <p:nvPr/>
        </p:nvSpPr>
        <p:spPr>
          <a:xfrm>
            <a:off x="3400862" y="3249313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a</a:t>
            </a:r>
            <a:endParaRPr lang="es-ES" dirty="0"/>
          </a:p>
        </p:txBody>
      </p:sp>
      <p:cxnSp>
        <p:nvCxnSpPr>
          <p:cNvPr id="32" name="Conector recto de flecha 31"/>
          <p:cNvCxnSpPr>
            <a:stCxn id="29" idx="6"/>
            <a:endCxn id="30" idx="2"/>
          </p:cNvCxnSpPr>
          <p:nvPr/>
        </p:nvCxnSpPr>
        <p:spPr>
          <a:xfrm>
            <a:off x="2728245" y="3429313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ipse 32"/>
          <p:cNvSpPr/>
          <p:nvPr/>
        </p:nvSpPr>
        <p:spPr>
          <a:xfrm>
            <a:off x="1335628" y="3249313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P</a:t>
            </a:r>
            <a:r>
              <a:rPr lang="es-ES" baseline="-25000" dirty="0" err="1" smtClean="0"/>
              <a:t>a</a:t>
            </a:r>
            <a:endParaRPr lang="es-ES" baseline="-25000" dirty="0"/>
          </a:p>
        </p:txBody>
      </p:sp>
      <p:cxnSp>
        <p:nvCxnSpPr>
          <p:cNvPr id="38" name="Conector recto de flecha 37"/>
          <p:cNvCxnSpPr>
            <a:stCxn id="33" idx="6"/>
            <a:endCxn id="29" idx="2"/>
          </p:cNvCxnSpPr>
          <p:nvPr/>
        </p:nvCxnSpPr>
        <p:spPr>
          <a:xfrm>
            <a:off x="1695628" y="3429313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ipse 38"/>
          <p:cNvSpPr/>
          <p:nvPr/>
        </p:nvSpPr>
        <p:spPr>
          <a:xfrm>
            <a:off x="4433479" y="3249313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c</a:t>
            </a:r>
            <a:endParaRPr lang="es-ES" dirty="0"/>
          </a:p>
        </p:txBody>
      </p:sp>
      <p:cxnSp>
        <p:nvCxnSpPr>
          <p:cNvPr id="40" name="Conector recto de flecha 39"/>
          <p:cNvCxnSpPr>
            <a:stCxn id="30" idx="6"/>
            <a:endCxn id="39" idx="2"/>
          </p:cNvCxnSpPr>
          <p:nvPr/>
        </p:nvCxnSpPr>
        <p:spPr>
          <a:xfrm>
            <a:off x="3760862" y="3429313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ipse 40"/>
          <p:cNvSpPr/>
          <p:nvPr/>
        </p:nvSpPr>
        <p:spPr>
          <a:xfrm>
            <a:off x="5466096" y="3249313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S</a:t>
            </a:r>
            <a:r>
              <a:rPr lang="es-ES" baseline="-25000" dirty="0" smtClean="0"/>
              <a:t>c</a:t>
            </a:r>
            <a:endParaRPr lang="es-ES" baseline="-25000" dirty="0"/>
          </a:p>
        </p:txBody>
      </p:sp>
      <p:cxnSp>
        <p:nvCxnSpPr>
          <p:cNvPr id="42" name="Conector recto de flecha 41"/>
          <p:cNvCxnSpPr>
            <a:stCxn id="39" idx="6"/>
            <a:endCxn id="41" idx="2"/>
          </p:cNvCxnSpPr>
          <p:nvPr/>
        </p:nvCxnSpPr>
        <p:spPr>
          <a:xfrm>
            <a:off x="4793479" y="3429313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lipse 42"/>
          <p:cNvSpPr/>
          <p:nvPr/>
        </p:nvSpPr>
        <p:spPr>
          <a:xfrm>
            <a:off x="2368245" y="4973996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c</a:t>
            </a:r>
            <a:endParaRPr lang="es-ES" dirty="0"/>
          </a:p>
        </p:txBody>
      </p:sp>
      <p:sp>
        <p:nvSpPr>
          <p:cNvPr id="44" name="Elipse 43"/>
          <p:cNvSpPr/>
          <p:nvPr/>
        </p:nvSpPr>
        <p:spPr>
          <a:xfrm>
            <a:off x="3400862" y="4973996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/>
              <a:t>a</a:t>
            </a:r>
            <a:endParaRPr lang="es-ES" dirty="0"/>
          </a:p>
        </p:txBody>
      </p:sp>
      <p:cxnSp>
        <p:nvCxnSpPr>
          <p:cNvPr id="45" name="Conector recto de flecha 44"/>
          <p:cNvCxnSpPr>
            <a:stCxn id="43" idx="6"/>
            <a:endCxn id="44" idx="2"/>
          </p:cNvCxnSpPr>
          <p:nvPr/>
        </p:nvCxnSpPr>
        <p:spPr>
          <a:xfrm>
            <a:off x="2728245" y="5153996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1335628" y="4973996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P</a:t>
            </a:r>
            <a:r>
              <a:rPr lang="es-ES" baseline="-25000" dirty="0" err="1" smtClean="0"/>
              <a:t>a</a:t>
            </a:r>
            <a:endParaRPr lang="es-ES" baseline="-25000" dirty="0"/>
          </a:p>
        </p:txBody>
      </p:sp>
      <p:cxnSp>
        <p:nvCxnSpPr>
          <p:cNvPr id="47" name="Conector recto de flecha 46"/>
          <p:cNvCxnSpPr>
            <a:stCxn id="46" idx="6"/>
            <a:endCxn id="43" idx="2"/>
          </p:cNvCxnSpPr>
          <p:nvPr/>
        </p:nvCxnSpPr>
        <p:spPr>
          <a:xfrm>
            <a:off x="1695628" y="5153996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/>
          <p:cNvSpPr/>
          <p:nvPr/>
        </p:nvSpPr>
        <p:spPr>
          <a:xfrm>
            <a:off x="4433479" y="4973996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b</a:t>
            </a:r>
            <a:endParaRPr lang="es-ES" dirty="0"/>
          </a:p>
        </p:txBody>
      </p:sp>
      <p:sp>
        <p:nvSpPr>
          <p:cNvPr id="50" name="Elipse 49"/>
          <p:cNvSpPr/>
          <p:nvPr/>
        </p:nvSpPr>
        <p:spPr>
          <a:xfrm>
            <a:off x="5466096" y="4973996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S</a:t>
            </a:r>
            <a:r>
              <a:rPr lang="es-ES" baseline="-25000" dirty="0" smtClean="0"/>
              <a:t>c</a:t>
            </a:r>
            <a:endParaRPr lang="es-ES" baseline="-25000" dirty="0"/>
          </a:p>
        </p:txBody>
      </p:sp>
      <p:cxnSp>
        <p:nvCxnSpPr>
          <p:cNvPr id="51" name="Conector recto de flecha 50"/>
          <p:cNvCxnSpPr>
            <a:stCxn id="48" idx="6"/>
            <a:endCxn id="50" idx="2"/>
          </p:cNvCxnSpPr>
          <p:nvPr/>
        </p:nvCxnSpPr>
        <p:spPr>
          <a:xfrm>
            <a:off x="4793479" y="5153996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/>
          <p:cNvSpPr/>
          <p:nvPr/>
        </p:nvSpPr>
        <p:spPr>
          <a:xfrm>
            <a:off x="2368245" y="4098334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a</a:t>
            </a:r>
            <a:endParaRPr lang="es-ES" dirty="0"/>
          </a:p>
        </p:txBody>
      </p:sp>
      <p:sp>
        <p:nvSpPr>
          <p:cNvPr id="62" name="Elipse 61"/>
          <p:cNvSpPr/>
          <p:nvPr/>
        </p:nvSpPr>
        <p:spPr>
          <a:xfrm>
            <a:off x="3400862" y="4098334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/>
              <a:t>c</a:t>
            </a:r>
            <a:endParaRPr lang="es-ES" dirty="0"/>
          </a:p>
        </p:txBody>
      </p:sp>
      <p:cxnSp>
        <p:nvCxnSpPr>
          <p:cNvPr id="63" name="Conector recto de flecha 62"/>
          <p:cNvCxnSpPr>
            <a:stCxn id="61" idx="6"/>
            <a:endCxn id="62" idx="2"/>
          </p:cNvCxnSpPr>
          <p:nvPr/>
        </p:nvCxnSpPr>
        <p:spPr>
          <a:xfrm>
            <a:off x="2728245" y="4278334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Elipse 63"/>
          <p:cNvSpPr/>
          <p:nvPr/>
        </p:nvSpPr>
        <p:spPr>
          <a:xfrm>
            <a:off x="1335628" y="4098334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P</a:t>
            </a:r>
            <a:r>
              <a:rPr lang="es-ES" baseline="-25000" dirty="0" err="1" smtClean="0"/>
              <a:t>a</a:t>
            </a:r>
            <a:endParaRPr lang="es-ES" baseline="-25000" dirty="0"/>
          </a:p>
        </p:txBody>
      </p:sp>
      <p:cxnSp>
        <p:nvCxnSpPr>
          <p:cNvPr id="65" name="Conector recto de flecha 64"/>
          <p:cNvCxnSpPr>
            <a:stCxn id="64" idx="6"/>
            <a:endCxn id="61" idx="2"/>
          </p:cNvCxnSpPr>
          <p:nvPr/>
        </p:nvCxnSpPr>
        <p:spPr>
          <a:xfrm>
            <a:off x="1695628" y="4278334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Elipse 65"/>
          <p:cNvSpPr/>
          <p:nvPr/>
        </p:nvSpPr>
        <p:spPr>
          <a:xfrm>
            <a:off x="4433479" y="4098334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b</a:t>
            </a:r>
            <a:endParaRPr lang="es-ES" dirty="0"/>
          </a:p>
        </p:txBody>
      </p:sp>
      <p:cxnSp>
        <p:nvCxnSpPr>
          <p:cNvPr id="67" name="Conector recto de flecha 66"/>
          <p:cNvCxnSpPr>
            <a:stCxn id="62" idx="6"/>
            <a:endCxn id="66" idx="2"/>
          </p:cNvCxnSpPr>
          <p:nvPr/>
        </p:nvCxnSpPr>
        <p:spPr>
          <a:xfrm>
            <a:off x="3760862" y="4278334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/>
          <p:cNvSpPr/>
          <p:nvPr/>
        </p:nvSpPr>
        <p:spPr>
          <a:xfrm>
            <a:off x="5466096" y="4098334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S</a:t>
            </a:r>
            <a:r>
              <a:rPr lang="es-ES" baseline="-25000" dirty="0" smtClean="0"/>
              <a:t>c</a:t>
            </a:r>
            <a:endParaRPr lang="es-ES" baseline="-25000" dirty="0"/>
          </a:p>
        </p:txBody>
      </p:sp>
      <p:cxnSp>
        <p:nvCxnSpPr>
          <p:cNvPr id="69" name="Conector recto de flecha 68"/>
          <p:cNvCxnSpPr>
            <a:stCxn id="66" idx="6"/>
            <a:endCxn id="68" idx="2"/>
          </p:cNvCxnSpPr>
          <p:nvPr/>
        </p:nvCxnSpPr>
        <p:spPr>
          <a:xfrm>
            <a:off x="4793479" y="4278334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de flecha 69"/>
          <p:cNvCxnSpPr>
            <a:stCxn id="44" idx="6"/>
            <a:endCxn id="48" idx="2"/>
          </p:cNvCxnSpPr>
          <p:nvPr/>
        </p:nvCxnSpPr>
        <p:spPr>
          <a:xfrm>
            <a:off x="3760862" y="5153996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Elipse 70"/>
          <p:cNvSpPr/>
          <p:nvPr/>
        </p:nvSpPr>
        <p:spPr>
          <a:xfrm>
            <a:off x="2368245" y="5849658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c</a:t>
            </a:r>
            <a:endParaRPr lang="es-ES" dirty="0"/>
          </a:p>
        </p:txBody>
      </p:sp>
      <p:sp>
        <p:nvSpPr>
          <p:cNvPr id="73" name="Elipse 72"/>
          <p:cNvSpPr/>
          <p:nvPr/>
        </p:nvSpPr>
        <p:spPr>
          <a:xfrm>
            <a:off x="3400862" y="5849658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b</a:t>
            </a:r>
            <a:endParaRPr lang="es-ES" dirty="0"/>
          </a:p>
        </p:txBody>
      </p:sp>
      <p:cxnSp>
        <p:nvCxnSpPr>
          <p:cNvPr id="74" name="Conector recto de flecha 73"/>
          <p:cNvCxnSpPr>
            <a:stCxn id="71" idx="6"/>
            <a:endCxn id="73" idx="2"/>
          </p:cNvCxnSpPr>
          <p:nvPr/>
        </p:nvCxnSpPr>
        <p:spPr>
          <a:xfrm>
            <a:off x="2728245" y="6029658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Elipse 74"/>
          <p:cNvSpPr/>
          <p:nvPr/>
        </p:nvSpPr>
        <p:spPr>
          <a:xfrm>
            <a:off x="1335628" y="5849658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P</a:t>
            </a:r>
            <a:r>
              <a:rPr lang="es-ES" baseline="-25000" dirty="0" err="1" smtClean="0"/>
              <a:t>a</a:t>
            </a:r>
            <a:endParaRPr lang="es-ES" baseline="-25000" dirty="0"/>
          </a:p>
        </p:txBody>
      </p:sp>
      <p:cxnSp>
        <p:nvCxnSpPr>
          <p:cNvPr id="76" name="Conector recto de flecha 75"/>
          <p:cNvCxnSpPr>
            <a:stCxn id="75" idx="6"/>
            <a:endCxn id="71" idx="2"/>
          </p:cNvCxnSpPr>
          <p:nvPr/>
        </p:nvCxnSpPr>
        <p:spPr>
          <a:xfrm>
            <a:off x="1695628" y="6029658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Elipse 76"/>
          <p:cNvSpPr/>
          <p:nvPr/>
        </p:nvSpPr>
        <p:spPr>
          <a:xfrm>
            <a:off x="4433479" y="5849658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a</a:t>
            </a:r>
            <a:endParaRPr lang="es-ES" dirty="0"/>
          </a:p>
        </p:txBody>
      </p:sp>
      <p:cxnSp>
        <p:nvCxnSpPr>
          <p:cNvPr id="78" name="Conector recto de flecha 77"/>
          <p:cNvCxnSpPr>
            <a:stCxn id="73" idx="6"/>
            <a:endCxn id="77" idx="2"/>
          </p:cNvCxnSpPr>
          <p:nvPr/>
        </p:nvCxnSpPr>
        <p:spPr>
          <a:xfrm>
            <a:off x="3760862" y="6029658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Elipse 78"/>
          <p:cNvSpPr/>
          <p:nvPr/>
        </p:nvSpPr>
        <p:spPr>
          <a:xfrm>
            <a:off x="5466096" y="5849658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S</a:t>
            </a:r>
            <a:r>
              <a:rPr lang="es-ES" baseline="-25000" dirty="0" smtClean="0"/>
              <a:t>c</a:t>
            </a:r>
            <a:endParaRPr lang="es-ES" baseline="-25000" dirty="0"/>
          </a:p>
        </p:txBody>
      </p:sp>
      <p:cxnSp>
        <p:nvCxnSpPr>
          <p:cNvPr id="80" name="Conector recto de flecha 79"/>
          <p:cNvCxnSpPr>
            <a:stCxn id="77" idx="6"/>
            <a:endCxn id="79" idx="2"/>
          </p:cNvCxnSpPr>
          <p:nvPr/>
        </p:nvCxnSpPr>
        <p:spPr>
          <a:xfrm>
            <a:off x="4793479" y="6029658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Elipse 80"/>
          <p:cNvSpPr/>
          <p:nvPr/>
        </p:nvSpPr>
        <p:spPr>
          <a:xfrm>
            <a:off x="7460115" y="2392611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b</a:t>
            </a:r>
            <a:endParaRPr lang="es-ES" dirty="0"/>
          </a:p>
        </p:txBody>
      </p:sp>
      <p:sp>
        <p:nvSpPr>
          <p:cNvPr id="82" name="Elipse 81"/>
          <p:cNvSpPr/>
          <p:nvPr/>
        </p:nvSpPr>
        <p:spPr>
          <a:xfrm>
            <a:off x="8492732" y="2392611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c</a:t>
            </a:r>
            <a:endParaRPr lang="es-ES" dirty="0"/>
          </a:p>
        </p:txBody>
      </p:sp>
      <p:cxnSp>
        <p:nvCxnSpPr>
          <p:cNvPr id="83" name="Conector recto de flecha 82"/>
          <p:cNvCxnSpPr>
            <a:stCxn id="81" idx="6"/>
            <a:endCxn id="82" idx="2"/>
          </p:cNvCxnSpPr>
          <p:nvPr/>
        </p:nvCxnSpPr>
        <p:spPr>
          <a:xfrm>
            <a:off x="7820115" y="2572611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Elipse 83"/>
          <p:cNvSpPr/>
          <p:nvPr/>
        </p:nvSpPr>
        <p:spPr>
          <a:xfrm>
            <a:off x="6427498" y="2392611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P</a:t>
            </a:r>
            <a:r>
              <a:rPr lang="es-ES" baseline="-25000" dirty="0" err="1" smtClean="0"/>
              <a:t>a</a:t>
            </a:r>
            <a:endParaRPr lang="es-ES" baseline="-25000" dirty="0"/>
          </a:p>
        </p:txBody>
      </p:sp>
      <p:cxnSp>
        <p:nvCxnSpPr>
          <p:cNvPr id="85" name="Conector recto de flecha 84"/>
          <p:cNvCxnSpPr>
            <a:stCxn id="84" idx="6"/>
            <a:endCxn id="81" idx="2"/>
          </p:cNvCxnSpPr>
          <p:nvPr/>
        </p:nvCxnSpPr>
        <p:spPr>
          <a:xfrm>
            <a:off x="6787498" y="2572611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Elipse 85"/>
          <p:cNvSpPr/>
          <p:nvPr/>
        </p:nvSpPr>
        <p:spPr>
          <a:xfrm>
            <a:off x="9525349" y="2392611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/>
              <a:t>a</a:t>
            </a:r>
            <a:endParaRPr lang="es-ES" dirty="0"/>
          </a:p>
        </p:txBody>
      </p:sp>
      <p:cxnSp>
        <p:nvCxnSpPr>
          <p:cNvPr id="87" name="Conector recto de flecha 86"/>
          <p:cNvCxnSpPr>
            <a:stCxn id="82" idx="6"/>
            <a:endCxn id="86" idx="2"/>
          </p:cNvCxnSpPr>
          <p:nvPr/>
        </p:nvCxnSpPr>
        <p:spPr>
          <a:xfrm>
            <a:off x="8852732" y="2572611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Elipse 87"/>
          <p:cNvSpPr/>
          <p:nvPr/>
        </p:nvSpPr>
        <p:spPr>
          <a:xfrm>
            <a:off x="10557966" y="2392611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S</a:t>
            </a:r>
            <a:r>
              <a:rPr lang="es-ES" baseline="-25000" dirty="0" smtClean="0"/>
              <a:t>c</a:t>
            </a:r>
            <a:endParaRPr lang="es-ES" baseline="-25000" dirty="0"/>
          </a:p>
        </p:txBody>
      </p:sp>
      <p:cxnSp>
        <p:nvCxnSpPr>
          <p:cNvPr id="89" name="Conector recto de flecha 88"/>
          <p:cNvCxnSpPr>
            <a:stCxn id="86" idx="6"/>
            <a:endCxn id="88" idx="2"/>
          </p:cNvCxnSpPr>
          <p:nvPr/>
        </p:nvCxnSpPr>
        <p:spPr>
          <a:xfrm>
            <a:off x="9885349" y="2572611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CuadroTexto 125"/>
          <p:cNvSpPr txBox="1"/>
          <p:nvPr/>
        </p:nvSpPr>
        <p:spPr>
          <a:xfrm>
            <a:off x="7924061" y="4098334"/>
            <a:ext cx="1857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rgbClr val="FF0000"/>
                </a:solidFill>
              </a:rPr>
              <a:t>5 vecinos por bloque crítico</a:t>
            </a:r>
            <a:endParaRPr lang="es-E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836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Vecindad N3:</a:t>
            </a:r>
            <a:endParaRPr lang="es-ES" dirty="0"/>
          </a:p>
        </p:txBody>
      </p:sp>
      <p:sp>
        <p:nvSpPr>
          <p:cNvPr id="5" name="Elipse 4"/>
          <p:cNvSpPr/>
          <p:nvPr/>
        </p:nvSpPr>
        <p:spPr>
          <a:xfrm>
            <a:off x="2923721" y="2614800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a</a:t>
            </a:r>
            <a:endParaRPr lang="es-ES" dirty="0"/>
          </a:p>
        </p:txBody>
      </p:sp>
      <p:sp>
        <p:nvSpPr>
          <p:cNvPr id="6" name="Elipse 5"/>
          <p:cNvSpPr/>
          <p:nvPr/>
        </p:nvSpPr>
        <p:spPr>
          <a:xfrm>
            <a:off x="3956338" y="2614800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b</a:t>
            </a:r>
            <a:endParaRPr lang="es-ES" dirty="0"/>
          </a:p>
        </p:txBody>
      </p:sp>
      <p:sp>
        <p:nvSpPr>
          <p:cNvPr id="7" name="Elipse 6"/>
          <p:cNvSpPr/>
          <p:nvPr/>
        </p:nvSpPr>
        <p:spPr>
          <a:xfrm>
            <a:off x="4988955" y="2614800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c</a:t>
            </a:r>
            <a:endParaRPr lang="es-ES" dirty="0"/>
          </a:p>
        </p:txBody>
      </p:sp>
      <p:sp>
        <p:nvSpPr>
          <p:cNvPr id="8" name="Elipse 7"/>
          <p:cNvSpPr/>
          <p:nvPr/>
        </p:nvSpPr>
        <p:spPr>
          <a:xfrm>
            <a:off x="6021572" y="2614800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d</a:t>
            </a:r>
            <a:endParaRPr lang="es-ES" dirty="0"/>
          </a:p>
        </p:txBody>
      </p:sp>
      <p:cxnSp>
        <p:nvCxnSpPr>
          <p:cNvPr id="12" name="Conector recto de flecha 11"/>
          <p:cNvCxnSpPr>
            <a:stCxn id="5" idx="6"/>
            <a:endCxn id="6" idx="2"/>
          </p:cNvCxnSpPr>
          <p:nvPr/>
        </p:nvCxnSpPr>
        <p:spPr>
          <a:xfrm>
            <a:off x="3283721" y="2794800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/>
          <p:cNvCxnSpPr>
            <a:stCxn id="6" idx="6"/>
            <a:endCxn id="7" idx="2"/>
          </p:cNvCxnSpPr>
          <p:nvPr/>
        </p:nvCxnSpPr>
        <p:spPr>
          <a:xfrm>
            <a:off x="4316338" y="2794800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/>
          <p:cNvCxnSpPr>
            <a:stCxn id="7" idx="6"/>
            <a:endCxn id="8" idx="2"/>
          </p:cNvCxnSpPr>
          <p:nvPr/>
        </p:nvCxnSpPr>
        <p:spPr>
          <a:xfrm>
            <a:off x="5348955" y="2794800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/>
          <p:cNvSpPr/>
          <p:nvPr/>
        </p:nvSpPr>
        <p:spPr>
          <a:xfrm>
            <a:off x="1891104" y="2614800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P</a:t>
            </a:r>
            <a:r>
              <a:rPr lang="es-ES" baseline="-25000" dirty="0" err="1" smtClean="0"/>
              <a:t>a</a:t>
            </a:r>
            <a:endParaRPr lang="es-ES" baseline="-25000" dirty="0"/>
          </a:p>
        </p:txBody>
      </p:sp>
      <p:sp>
        <p:nvSpPr>
          <p:cNvPr id="19" name="Elipse 18"/>
          <p:cNvSpPr/>
          <p:nvPr/>
        </p:nvSpPr>
        <p:spPr>
          <a:xfrm>
            <a:off x="9119423" y="2614800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S</a:t>
            </a:r>
            <a:r>
              <a:rPr lang="es-ES" baseline="-25000" dirty="0" err="1" smtClean="0"/>
              <a:t>f</a:t>
            </a:r>
            <a:endParaRPr lang="es-ES" baseline="-25000" dirty="0"/>
          </a:p>
        </p:txBody>
      </p:sp>
      <p:cxnSp>
        <p:nvCxnSpPr>
          <p:cNvPr id="20" name="Conector recto de flecha 19"/>
          <p:cNvCxnSpPr>
            <a:stCxn id="18" idx="6"/>
            <a:endCxn id="5" idx="2"/>
          </p:cNvCxnSpPr>
          <p:nvPr/>
        </p:nvCxnSpPr>
        <p:spPr>
          <a:xfrm>
            <a:off x="2251104" y="2794800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/>
          <p:cNvCxnSpPr>
            <a:stCxn id="72" idx="6"/>
            <a:endCxn id="19" idx="2"/>
          </p:cNvCxnSpPr>
          <p:nvPr/>
        </p:nvCxnSpPr>
        <p:spPr>
          <a:xfrm>
            <a:off x="8446806" y="2794800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uadroTexto 69"/>
          <p:cNvSpPr txBox="1"/>
          <p:nvPr/>
        </p:nvSpPr>
        <p:spPr>
          <a:xfrm>
            <a:off x="838200" y="1739684"/>
            <a:ext cx="460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Bloque crítico de n&gt;1 arcos. </a:t>
            </a:r>
            <a:r>
              <a:rPr lang="es-ES" b="1" dirty="0" smtClean="0"/>
              <a:t>Extremo izquierdo</a:t>
            </a:r>
            <a:r>
              <a:rPr lang="es-ES" dirty="0" smtClean="0"/>
              <a:t>:</a:t>
            </a:r>
            <a:endParaRPr lang="es-ES" dirty="0"/>
          </a:p>
        </p:txBody>
      </p:sp>
      <p:sp>
        <p:nvSpPr>
          <p:cNvPr id="71" name="Elipse 70"/>
          <p:cNvSpPr/>
          <p:nvPr/>
        </p:nvSpPr>
        <p:spPr>
          <a:xfrm>
            <a:off x="7054189" y="2614800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e</a:t>
            </a:r>
            <a:endParaRPr lang="es-ES" dirty="0"/>
          </a:p>
        </p:txBody>
      </p:sp>
      <p:sp>
        <p:nvSpPr>
          <p:cNvPr id="72" name="Elipse 71"/>
          <p:cNvSpPr/>
          <p:nvPr/>
        </p:nvSpPr>
        <p:spPr>
          <a:xfrm>
            <a:off x="8086806" y="2614800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f</a:t>
            </a:r>
            <a:endParaRPr lang="es-ES" dirty="0"/>
          </a:p>
        </p:txBody>
      </p:sp>
      <p:cxnSp>
        <p:nvCxnSpPr>
          <p:cNvPr id="73" name="Conector recto de flecha 72"/>
          <p:cNvCxnSpPr>
            <a:stCxn id="8" idx="6"/>
            <a:endCxn id="71" idx="2"/>
          </p:cNvCxnSpPr>
          <p:nvPr/>
        </p:nvCxnSpPr>
        <p:spPr>
          <a:xfrm>
            <a:off x="6381572" y="2794800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de flecha 73"/>
          <p:cNvCxnSpPr>
            <a:stCxn id="71" idx="6"/>
            <a:endCxn id="72" idx="2"/>
          </p:cNvCxnSpPr>
          <p:nvPr/>
        </p:nvCxnSpPr>
        <p:spPr>
          <a:xfrm>
            <a:off x="7414189" y="2794800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lipse 49"/>
          <p:cNvSpPr/>
          <p:nvPr/>
        </p:nvSpPr>
        <p:spPr>
          <a:xfrm>
            <a:off x="2923721" y="3693274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b</a:t>
            </a:r>
            <a:endParaRPr lang="es-ES" dirty="0"/>
          </a:p>
        </p:txBody>
      </p:sp>
      <p:sp>
        <p:nvSpPr>
          <p:cNvPr id="51" name="Elipse 50"/>
          <p:cNvSpPr/>
          <p:nvPr/>
        </p:nvSpPr>
        <p:spPr>
          <a:xfrm>
            <a:off x="3956338" y="3693274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/>
              <a:t>a</a:t>
            </a:r>
            <a:endParaRPr lang="es-ES" dirty="0"/>
          </a:p>
        </p:txBody>
      </p:sp>
      <p:sp>
        <p:nvSpPr>
          <p:cNvPr id="52" name="Elipse 51"/>
          <p:cNvSpPr/>
          <p:nvPr/>
        </p:nvSpPr>
        <p:spPr>
          <a:xfrm>
            <a:off x="4988955" y="3693274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c</a:t>
            </a:r>
            <a:endParaRPr lang="es-ES" dirty="0"/>
          </a:p>
        </p:txBody>
      </p:sp>
      <p:sp>
        <p:nvSpPr>
          <p:cNvPr id="53" name="Elipse 52"/>
          <p:cNvSpPr/>
          <p:nvPr/>
        </p:nvSpPr>
        <p:spPr>
          <a:xfrm>
            <a:off x="6021572" y="3693274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d</a:t>
            </a:r>
            <a:endParaRPr lang="es-ES" dirty="0"/>
          </a:p>
        </p:txBody>
      </p:sp>
      <p:cxnSp>
        <p:nvCxnSpPr>
          <p:cNvPr id="54" name="Conector recto de flecha 53"/>
          <p:cNvCxnSpPr>
            <a:stCxn id="50" idx="6"/>
            <a:endCxn id="51" idx="2"/>
          </p:cNvCxnSpPr>
          <p:nvPr/>
        </p:nvCxnSpPr>
        <p:spPr>
          <a:xfrm>
            <a:off x="3283721" y="3873274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/>
          <p:cNvCxnSpPr>
            <a:stCxn id="51" idx="6"/>
            <a:endCxn id="52" idx="2"/>
          </p:cNvCxnSpPr>
          <p:nvPr/>
        </p:nvCxnSpPr>
        <p:spPr>
          <a:xfrm>
            <a:off x="4316338" y="3873274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/>
          <p:cNvCxnSpPr>
            <a:stCxn id="52" idx="6"/>
            <a:endCxn id="53" idx="2"/>
          </p:cNvCxnSpPr>
          <p:nvPr/>
        </p:nvCxnSpPr>
        <p:spPr>
          <a:xfrm>
            <a:off x="5348955" y="3873274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1891104" y="3693274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P</a:t>
            </a:r>
            <a:r>
              <a:rPr lang="es-ES" baseline="-25000" dirty="0" err="1" smtClean="0"/>
              <a:t>a</a:t>
            </a:r>
            <a:endParaRPr lang="es-ES" baseline="-25000" dirty="0"/>
          </a:p>
        </p:txBody>
      </p:sp>
      <p:sp>
        <p:nvSpPr>
          <p:cNvPr id="58" name="Elipse 57"/>
          <p:cNvSpPr/>
          <p:nvPr/>
        </p:nvSpPr>
        <p:spPr>
          <a:xfrm>
            <a:off x="9119423" y="3693274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S</a:t>
            </a:r>
            <a:r>
              <a:rPr lang="es-ES" baseline="-25000" dirty="0" err="1" smtClean="0"/>
              <a:t>f</a:t>
            </a:r>
            <a:endParaRPr lang="es-ES" baseline="-25000" dirty="0"/>
          </a:p>
        </p:txBody>
      </p:sp>
      <p:cxnSp>
        <p:nvCxnSpPr>
          <p:cNvPr id="59" name="Conector recto de flecha 58"/>
          <p:cNvCxnSpPr>
            <a:stCxn id="57" idx="6"/>
            <a:endCxn id="50" idx="2"/>
          </p:cNvCxnSpPr>
          <p:nvPr/>
        </p:nvCxnSpPr>
        <p:spPr>
          <a:xfrm>
            <a:off x="2251104" y="3873274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/>
          <p:cNvCxnSpPr>
            <a:stCxn id="62" idx="6"/>
            <a:endCxn id="58" idx="2"/>
          </p:cNvCxnSpPr>
          <p:nvPr/>
        </p:nvCxnSpPr>
        <p:spPr>
          <a:xfrm>
            <a:off x="8446806" y="3873274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/>
          <p:cNvSpPr/>
          <p:nvPr/>
        </p:nvSpPr>
        <p:spPr>
          <a:xfrm>
            <a:off x="7054189" y="3693274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e</a:t>
            </a:r>
            <a:endParaRPr lang="es-ES" dirty="0"/>
          </a:p>
        </p:txBody>
      </p:sp>
      <p:sp>
        <p:nvSpPr>
          <p:cNvPr id="62" name="Elipse 61"/>
          <p:cNvSpPr/>
          <p:nvPr/>
        </p:nvSpPr>
        <p:spPr>
          <a:xfrm>
            <a:off x="8086806" y="3693274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f</a:t>
            </a:r>
            <a:endParaRPr lang="es-ES" dirty="0"/>
          </a:p>
        </p:txBody>
      </p:sp>
      <p:cxnSp>
        <p:nvCxnSpPr>
          <p:cNvPr id="63" name="Conector recto de flecha 62"/>
          <p:cNvCxnSpPr>
            <a:stCxn id="53" idx="6"/>
            <a:endCxn id="61" idx="2"/>
          </p:cNvCxnSpPr>
          <p:nvPr/>
        </p:nvCxnSpPr>
        <p:spPr>
          <a:xfrm>
            <a:off x="6381572" y="3873274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de flecha 63"/>
          <p:cNvCxnSpPr>
            <a:stCxn id="61" idx="6"/>
            <a:endCxn id="62" idx="2"/>
          </p:cNvCxnSpPr>
          <p:nvPr/>
        </p:nvCxnSpPr>
        <p:spPr>
          <a:xfrm>
            <a:off x="7414189" y="3873274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Elipse 114"/>
          <p:cNvSpPr/>
          <p:nvPr/>
        </p:nvSpPr>
        <p:spPr>
          <a:xfrm>
            <a:off x="2923721" y="4776123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b</a:t>
            </a:r>
            <a:endParaRPr lang="es-ES" dirty="0"/>
          </a:p>
        </p:txBody>
      </p:sp>
      <p:sp>
        <p:nvSpPr>
          <p:cNvPr id="116" name="Elipse 115"/>
          <p:cNvSpPr/>
          <p:nvPr/>
        </p:nvSpPr>
        <p:spPr>
          <a:xfrm>
            <a:off x="3956338" y="4776123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c</a:t>
            </a:r>
            <a:endParaRPr lang="es-ES" dirty="0"/>
          </a:p>
        </p:txBody>
      </p:sp>
      <p:sp>
        <p:nvSpPr>
          <p:cNvPr id="117" name="Elipse 116"/>
          <p:cNvSpPr/>
          <p:nvPr/>
        </p:nvSpPr>
        <p:spPr>
          <a:xfrm>
            <a:off x="4988955" y="4776123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a</a:t>
            </a:r>
            <a:endParaRPr lang="es-ES" dirty="0"/>
          </a:p>
        </p:txBody>
      </p:sp>
      <p:sp>
        <p:nvSpPr>
          <p:cNvPr id="118" name="Elipse 117"/>
          <p:cNvSpPr/>
          <p:nvPr/>
        </p:nvSpPr>
        <p:spPr>
          <a:xfrm>
            <a:off x="6021572" y="4776123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d</a:t>
            </a:r>
            <a:endParaRPr lang="es-ES" dirty="0"/>
          </a:p>
        </p:txBody>
      </p:sp>
      <p:cxnSp>
        <p:nvCxnSpPr>
          <p:cNvPr id="119" name="Conector recto de flecha 118"/>
          <p:cNvCxnSpPr>
            <a:stCxn id="115" idx="6"/>
            <a:endCxn id="116" idx="2"/>
          </p:cNvCxnSpPr>
          <p:nvPr/>
        </p:nvCxnSpPr>
        <p:spPr>
          <a:xfrm>
            <a:off x="3283721" y="4956123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cto de flecha 119"/>
          <p:cNvCxnSpPr>
            <a:stCxn id="116" idx="6"/>
            <a:endCxn id="117" idx="2"/>
          </p:cNvCxnSpPr>
          <p:nvPr/>
        </p:nvCxnSpPr>
        <p:spPr>
          <a:xfrm>
            <a:off x="4316338" y="4956123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ector recto de flecha 120"/>
          <p:cNvCxnSpPr>
            <a:stCxn id="117" idx="6"/>
            <a:endCxn id="118" idx="2"/>
          </p:cNvCxnSpPr>
          <p:nvPr/>
        </p:nvCxnSpPr>
        <p:spPr>
          <a:xfrm>
            <a:off x="5348955" y="4956123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Elipse 121"/>
          <p:cNvSpPr/>
          <p:nvPr/>
        </p:nvSpPr>
        <p:spPr>
          <a:xfrm>
            <a:off x="1891104" y="4776123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P</a:t>
            </a:r>
            <a:r>
              <a:rPr lang="es-ES" baseline="-25000" dirty="0" err="1" smtClean="0"/>
              <a:t>a</a:t>
            </a:r>
            <a:endParaRPr lang="es-ES" baseline="-25000" dirty="0"/>
          </a:p>
        </p:txBody>
      </p:sp>
      <p:sp>
        <p:nvSpPr>
          <p:cNvPr id="123" name="Elipse 122"/>
          <p:cNvSpPr/>
          <p:nvPr/>
        </p:nvSpPr>
        <p:spPr>
          <a:xfrm>
            <a:off x="9119423" y="4776123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S</a:t>
            </a:r>
            <a:r>
              <a:rPr lang="es-ES" baseline="-25000" dirty="0" err="1" smtClean="0"/>
              <a:t>f</a:t>
            </a:r>
            <a:endParaRPr lang="es-ES" baseline="-25000" dirty="0"/>
          </a:p>
        </p:txBody>
      </p:sp>
      <p:cxnSp>
        <p:nvCxnSpPr>
          <p:cNvPr id="124" name="Conector recto de flecha 123"/>
          <p:cNvCxnSpPr>
            <a:stCxn id="122" idx="6"/>
            <a:endCxn id="115" idx="2"/>
          </p:cNvCxnSpPr>
          <p:nvPr/>
        </p:nvCxnSpPr>
        <p:spPr>
          <a:xfrm>
            <a:off x="2251104" y="4956123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ector recto de flecha 124"/>
          <p:cNvCxnSpPr>
            <a:stCxn id="127" idx="6"/>
            <a:endCxn id="123" idx="2"/>
          </p:cNvCxnSpPr>
          <p:nvPr/>
        </p:nvCxnSpPr>
        <p:spPr>
          <a:xfrm>
            <a:off x="8446806" y="4956123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Elipse 125"/>
          <p:cNvSpPr/>
          <p:nvPr/>
        </p:nvSpPr>
        <p:spPr>
          <a:xfrm>
            <a:off x="7054189" y="4776123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e</a:t>
            </a:r>
            <a:endParaRPr lang="es-ES" dirty="0"/>
          </a:p>
        </p:txBody>
      </p:sp>
      <p:sp>
        <p:nvSpPr>
          <p:cNvPr id="127" name="Elipse 126"/>
          <p:cNvSpPr/>
          <p:nvPr/>
        </p:nvSpPr>
        <p:spPr>
          <a:xfrm>
            <a:off x="8086806" y="4776123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f</a:t>
            </a:r>
            <a:endParaRPr lang="es-ES" dirty="0"/>
          </a:p>
        </p:txBody>
      </p:sp>
      <p:cxnSp>
        <p:nvCxnSpPr>
          <p:cNvPr id="128" name="Conector recto de flecha 127"/>
          <p:cNvCxnSpPr>
            <a:stCxn id="118" idx="6"/>
            <a:endCxn id="126" idx="2"/>
          </p:cNvCxnSpPr>
          <p:nvPr/>
        </p:nvCxnSpPr>
        <p:spPr>
          <a:xfrm>
            <a:off x="6381572" y="4956123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ector recto de flecha 128"/>
          <p:cNvCxnSpPr>
            <a:stCxn id="126" idx="6"/>
            <a:endCxn id="127" idx="2"/>
          </p:cNvCxnSpPr>
          <p:nvPr/>
        </p:nvCxnSpPr>
        <p:spPr>
          <a:xfrm>
            <a:off x="7414189" y="4956123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Elipse 129"/>
          <p:cNvSpPr/>
          <p:nvPr/>
        </p:nvSpPr>
        <p:spPr>
          <a:xfrm>
            <a:off x="2923721" y="5858972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/>
              <a:t>c</a:t>
            </a:r>
            <a:endParaRPr lang="es-ES" dirty="0"/>
          </a:p>
        </p:txBody>
      </p:sp>
      <p:sp>
        <p:nvSpPr>
          <p:cNvPr id="131" name="Elipse 130"/>
          <p:cNvSpPr/>
          <p:nvPr/>
        </p:nvSpPr>
        <p:spPr>
          <a:xfrm>
            <a:off x="3956338" y="5858972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b</a:t>
            </a:r>
            <a:endParaRPr lang="es-ES" dirty="0"/>
          </a:p>
        </p:txBody>
      </p:sp>
      <p:sp>
        <p:nvSpPr>
          <p:cNvPr id="132" name="Elipse 131"/>
          <p:cNvSpPr/>
          <p:nvPr/>
        </p:nvSpPr>
        <p:spPr>
          <a:xfrm>
            <a:off x="4988955" y="5858972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a</a:t>
            </a:r>
            <a:endParaRPr lang="es-ES" dirty="0"/>
          </a:p>
        </p:txBody>
      </p:sp>
      <p:sp>
        <p:nvSpPr>
          <p:cNvPr id="133" name="Elipse 132"/>
          <p:cNvSpPr/>
          <p:nvPr/>
        </p:nvSpPr>
        <p:spPr>
          <a:xfrm>
            <a:off x="6021572" y="5858972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d</a:t>
            </a:r>
            <a:endParaRPr lang="es-ES" dirty="0"/>
          </a:p>
        </p:txBody>
      </p:sp>
      <p:cxnSp>
        <p:nvCxnSpPr>
          <p:cNvPr id="134" name="Conector recto de flecha 133"/>
          <p:cNvCxnSpPr>
            <a:stCxn id="130" idx="6"/>
            <a:endCxn id="131" idx="2"/>
          </p:cNvCxnSpPr>
          <p:nvPr/>
        </p:nvCxnSpPr>
        <p:spPr>
          <a:xfrm>
            <a:off x="3283721" y="6038972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ector recto de flecha 134"/>
          <p:cNvCxnSpPr>
            <a:stCxn id="131" idx="6"/>
            <a:endCxn id="132" idx="2"/>
          </p:cNvCxnSpPr>
          <p:nvPr/>
        </p:nvCxnSpPr>
        <p:spPr>
          <a:xfrm>
            <a:off x="4316338" y="6038972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ector recto de flecha 135"/>
          <p:cNvCxnSpPr>
            <a:stCxn id="132" idx="6"/>
            <a:endCxn id="133" idx="2"/>
          </p:cNvCxnSpPr>
          <p:nvPr/>
        </p:nvCxnSpPr>
        <p:spPr>
          <a:xfrm>
            <a:off x="5348955" y="6038972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Elipse 136"/>
          <p:cNvSpPr/>
          <p:nvPr/>
        </p:nvSpPr>
        <p:spPr>
          <a:xfrm>
            <a:off x="1891104" y="5858972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P</a:t>
            </a:r>
            <a:r>
              <a:rPr lang="es-ES" baseline="-25000" dirty="0" err="1" smtClean="0"/>
              <a:t>a</a:t>
            </a:r>
            <a:endParaRPr lang="es-ES" baseline="-25000" dirty="0"/>
          </a:p>
        </p:txBody>
      </p:sp>
      <p:sp>
        <p:nvSpPr>
          <p:cNvPr id="138" name="Elipse 137"/>
          <p:cNvSpPr/>
          <p:nvPr/>
        </p:nvSpPr>
        <p:spPr>
          <a:xfrm>
            <a:off x="9119423" y="5858972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S</a:t>
            </a:r>
            <a:r>
              <a:rPr lang="es-ES" baseline="-25000" dirty="0" err="1" smtClean="0"/>
              <a:t>f</a:t>
            </a:r>
            <a:endParaRPr lang="es-ES" baseline="-25000" dirty="0"/>
          </a:p>
        </p:txBody>
      </p:sp>
      <p:cxnSp>
        <p:nvCxnSpPr>
          <p:cNvPr id="139" name="Conector recto de flecha 138"/>
          <p:cNvCxnSpPr>
            <a:stCxn id="137" idx="6"/>
            <a:endCxn id="130" idx="2"/>
          </p:cNvCxnSpPr>
          <p:nvPr/>
        </p:nvCxnSpPr>
        <p:spPr>
          <a:xfrm>
            <a:off x="2251104" y="6038972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ector recto de flecha 139"/>
          <p:cNvCxnSpPr>
            <a:stCxn id="142" idx="6"/>
            <a:endCxn id="138" idx="2"/>
          </p:cNvCxnSpPr>
          <p:nvPr/>
        </p:nvCxnSpPr>
        <p:spPr>
          <a:xfrm>
            <a:off x="8446806" y="6038972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Elipse 140"/>
          <p:cNvSpPr/>
          <p:nvPr/>
        </p:nvSpPr>
        <p:spPr>
          <a:xfrm>
            <a:off x="7054189" y="5858972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e</a:t>
            </a:r>
            <a:endParaRPr lang="es-ES" dirty="0"/>
          </a:p>
        </p:txBody>
      </p:sp>
      <p:sp>
        <p:nvSpPr>
          <p:cNvPr id="142" name="Elipse 141"/>
          <p:cNvSpPr/>
          <p:nvPr/>
        </p:nvSpPr>
        <p:spPr>
          <a:xfrm>
            <a:off x="8086806" y="5858972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f</a:t>
            </a:r>
            <a:endParaRPr lang="es-ES" dirty="0"/>
          </a:p>
        </p:txBody>
      </p:sp>
      <p:cxnSp>
        <p:nvCxnSpPr>
          <p:cNvPr id="143" name="Conector recto de flecha 142"/>
          <p:cNvCxnSpPr>
            <a:stCxn id="133" idx="6"/>
            <a:endCxn id="141" idx="2"/>
          </p:cNvCxnSpPr>
          <p:nvPr/>
        </p:nvCxnSpPr>
        <p:spPr>
          <a:xfrm>
            <a:off x="6381572" y="6038972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ector recto de flecha 143"/>
          <p:cNvCxnSpPr>
            <a:stCxn id="141" idx="6"/>
            <a:endCxn id="142" idx="2"/>
          </p:cNvCxnSpPr>
          <p:nvPr/>
        </p:nvCxnSpPr>
        <p:spPr>
          <a:xfrm>
            <a:off x="7414189" y="6038972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CuadroTexto 144"/>
          <p:cNvSpPr txBox="1"/>
          <p:nvPr/>
        </p:nvSpPr>
        <p:spPr>
          <a:xfrm>
            <a:off x="8586869" y="1367522"/>
            <a:ext cx="2766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6</a:t>
            </a:r>
            <a:r>
              <a:rPr lang="es-ES" dirty="0" smtClean="0">
                <a:solidFill>
                  <a:srgbClr val="FF0000"/>
                </a:solidFill>
              </a:rPr>
              <a:t> vecinos por bloque crítico (3 por cada extremo)</a:t>
            </a:r>
            <a:endParaRPr lang="es-E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29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Vecindad N3:</a:t>
            </a:r>
            <a:endParaRPr lang="es-ES" dirty="0"/>
          </a:p>
        </p:txBody>
      </p:sp>
      <p:sp>
        <p:nvSpPr>
          <p:cNvPr id="5" name="Elipse 4"/>
          <p:cNvSpPr/>
          <p:nvPr/>
        </p:nvSpPr>
        <p:spPr>
          <a:xfrm>
            <a:off x="2923721" y="2614800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a</a:t>
            </a:r>
            <a:endParaRPr lang="es-ES" dirty="0"/>
          </a:p>
        </p:txBody>
      </p:sp>
      <p:sp>
        <p:nvSpPr>
          <p:cNvPr id="6" name="Elipse 5"/>
          <p:cNvSpPr/>
          <p:nvPr/>
        </p:nvSpPr>
        <p:spPr>
          <a:xfrm>
            <a:off x="3956338" y="2614800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b</a:t>
            </a:r>
            <a:endParaRPr lang="es-ES" dirty="0"/>
          </a:p>
        </p:txBody>
      </p:sp>
      <p:sp>
        <p:nvSpPr>
          <p:cNvPr id="7" name="Elipse 6"/>
          <p:cNvSpPr/>
          <p:nvPr/>
        </p:nvSpPr>
        <p:spPr>
          <a:xfrm>
            <a:off x="4988955" y="2614800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c</a:t>
            </a:r>
            <a:endParaRPr lang="es-ES" dirty="0"/>
          </a:p>
        </p:txBody>
      </p:sp>
      <p:sp>
        <p:nvSpPr>
          <p:cNvPr id="8" name="Elipse 7"/>
          <p:cNvSpPr/>
          <p:nvPr/>
        </p:nvSpPr>
        <p:spPr>
          <a:xfrm>
            <a:off x="6021572" y="2614800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d</a:t>
            </a:r>
            <a:endParaRPr lang="es-ES" dirty="0"/>
          </a:p>
        </p:txBody>
      </p:sp>
      <p:cxnSp>
        <p:nvCxnSpPr>
          <p:cNvPr id="12" name="Conector recto de flecha 11"/>
          <p:cNvCxnSpPr>
            <a:stCxn id="5" idx="6"/>
            <a:endCxn id="6" idx="2"/>
          </p:cNvCxnSpPr>
          <p:nvPr/>
        </p:nvCxnSpPr>
        <p:spPr>
          <a:xfrm>
            <a:off x="3283721" y="2794800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/>
          <p:cNvCxnSpPr>
            <a:stCxn id="6" idx="6"/>
            <a:endCxn id="7" idx="2"/>
          </p:cNvCxnSpPr>
          <p:nvPr/>
        </p:nvCxnSpPr>
        <p:spPr>
          <a:xfrm>
            <a:off x="4316338" y="2794800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/>
          <p:cNvCxnSpPr>
            <a:stCxn id="7" idx="6"/>
            <a:endCxn id="8" idx="2"/>
          </p:cNvCxnSpPr>
          <p:nvPr/>
        </p:nvCxnSpPr>
        <p:spPr>
          <a:xfrm>
            <a:off x="5348955" y="2794800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/>
          <p:cNvSpPr/>
          <p:nvPr/>
        </p:nvSpPr>
        <p:spPr>
          <a:xfrm>
            <a:off x="1891104" y="2614800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P</a:t>
            </a:r>
            <a:r>
              <a:rPr lang="es-ES" baseline="-25000" dirty="0" err="1" smtClean="0"/>
              <a:t>a</a:t>
            </a:r>
            <a:endParaRPr lang="es-ES" baseline="-25000" dirty="0"/>
          </a:p>
        </p:txBody>
      </p:sp>
      <p:sp>
        <p:nvSpPr>
          <p:cNvPr id="19" name="Elipse 18"/>
          <p:cNvSpPr/>
          <p:nvPr/>
        </p:nvSpPr>
        <p:spPr>
          <a:xfrm>
            <a:off x="9119423" y="2614800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S</a:t>
            </a:r>
            <a:r>
              <a:rPr lang="es-ES" baseline="-25000" dirty="0" err="1" smtClean="0"/>
              <a:t>f</a:t>
            </a:r>
            <a:endParaRPr lang="es-ES" baseline="-25000" dirty="0"/>
          </a:p>
        </p:txBody>
      </p:sp>
      <p:cxnSp>
        <p:nvCxnSpPr>
          <p:cNvPr id="20" name="Conector recto de flecha 19"/>
          <p:cNvCxnSpPr>
            <a:stCxn id="18" idx="6"/>
            <a:endCxn id="5" idx="2"/>
          </p:cNvCxnSpPr>
          <p:nvPr/>
        </p:nvCxnSpPr>
        <p:spPr>
          <a:xfrm>
            <a:off x="2251104" y="2794800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/>
          <p:cNvCxnSpPr>
            <a:stCxn id="72" idx="6"/>
            <a:endCxn id="19" idx="2"/>
          </p:cNvCxnSpPr>
          <p:nvPr/>
        </p:nvCxnSpPr>
        <p:spPr>
          <a:xfrm>
            <a:off x="8446806" y="2794800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uadroTexto 69"/>
          <p:cNvSpPr txBox="1"/>
          <p:nvPr/>
        </p:nvSpPr>
        <p:spPr>
          <a:xfrm>
            <a:off x="838200" y="1739684"/>
            <a:ext cx="4526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Bloque crítico de n&gt;1 arcos. </a:t>
            </a:r>
            <a:r>
              <a:rPr lang="es-ES" b="1" dirty="0" smtClean="0"/>
              <a:t>Extremo derecho</a:t>
            </a:r>
            <a:r>
              <a:rPr lang="es-ES" dirty="0" smtClean="0"/>
              <a:t>:</a:t>
            </a:r>
            <a:endParaRPr lang="es-ES" dirty="0"/>
          </a:p>
        </p:txBody>
      </p:sp>
      <p:sp>
        <p:nvSpPr>
          <p:cNvPr id="71" name="Elipse 70"/>
          <p:cNvSpPr/>
          <p:nvPr/>
        </p:nvSpPr>
        <p:spPr>
          <a:xfrm>
            <a:off x="7054189" y="2614800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e</a:t>
            </a:r>
            <a:endParaRPr lang="es-ES" dirty="0"/>
          </a:p>
        </p:txBody>
      </p:sp>
      <p:sp>
        <p:nvSpPr>
          <p:cNvPr id="72" name="Elipse 71"/>
          <p:cNvSpPr/>
          <p:nvPr/>
        </p:nvSpPr>
        <p:spPr>
          <a:xfrm>
            <a:off x="8086806" y="2614800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f</a:t>
            </a:r>
            <a:endParaRPr lang="es-ES" dirty="0"/>
          </a:p>
        </p:txBody>
      </p:sp>
      <p:cxnSp>
        <p:nvCxnSpPr>
          <p:cNvPr id="73" name="Conector recto de flecha 72"/>
          <p:cNvCxnSpPr>
            <a:stCxn id="8" idx="6"/>
            <a:endCxn id="71" idx="2"/>
          </p:cNvCxnSpPr>
          <p:nvPr/>
        </p:nvCxnSpPr>
        <p:spPr>
          <a:xfrm>
            <a:off x="6381572" y="2794800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de flecha 73"/>
          <p:cNvCxnSpPr>
            <a:stCxn id="71" idx="6"/>
            <a:endCxn id="72" idx="2"/>
          </p:cNvCxnSpPr>
          <p:nvPr/>
        </p:nvCxnSpPr>
        <p:spPr>
          <a:xfrm>
            <a:off x="7414189" y="2794800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Elipse 64"/>
          <p:cNvSpPr/>
          <p:nvPr/>
        </p:nvSpPr>
        <p:spPr>
          <a:xfrm>
            <a:off x="2923721" y="3548321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a</a:t>
            </a:r>
            <a:endParaRPr lang="es-ES" dirty="0"/>
          </a:p>
        </p:txBody>
      </p:sp>
      <p:sp>
        <p:nvSpPr>
          <p:cNvPr id="66" name="Elipse 65"/>
          <p:cNvSpPr/>
          <p:nvPr/>
        </p:nvSpPr>
        <p:spPr>
          <a:xfrm>
            <a:off x="3956338" y="3548321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b</a:t>
            </a:r>
            <a:endParaRPr lang="es-ES" dirty="0"/>
          </a:p>
        </p:txBody>
      </p:sp>
      <p:sp>
        <p:nvSpPr>
          <p:cNvPr id="67" name="Elipse 66"/>
          <p:cNvSpPr/>
          <p:nvPr/>
        </p:nvSpPr>
        <p:spPr>
          <a:xfrm>
            <a:off x="4988955" y="3548321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c</a:t>
            </a:r>
            <a:endParaRPr lang="es-ES" dirty="0"/>
          </a:p>
        </p:txBody>
      </p:sp>
      <p:sp>
        <p:nvSpPr>
          <p:cNvPr id="68" name="Elipse 67"/>
          <p:cNvSpPr/>
          <p:nvPr/>
        </p:nvSpPr>
        <p:spPr>
          <a:xfrm>
            <a:off x="6021572" y="3548321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d</a:t>
            </a:r>
            <a:endParaRPr lang="es-ES" dirty="0"/>
          </a:p>
        </p:txBody>
      </p:sp>
      <p:cxnSp>
        <p:nvCxnSpPr>
          <p:cNvPr id="69" name="Conector recto de flecha 68"/>
          <p:cNvCxnSpPr>
            <a:stCxn id="65" idx="6"/>
            <a:endCxn id="66" idx="2"/>
          </p:cNvCxnSpPr>
          <p:nvPr/>
        </p:nvCxnSpPr>
        <p:spPr>
          <a:xfrm>
            <a:off x="3283721" y="3728321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de flecha 74"/>
          <p:cNvCxnSpPr>
            <a:stCxn id="66" idx="6"/>
            <a:endCxn id="67" idx="2"/>
          </p:cNvCxnSpPr>
          <p:nvPr/>
        </p:nvCxnSpPr>
        <p:spPr>
          <a:xfrm>
            <a:off x="4316338" y="3728321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de flecha 75"/>
          <p:cNvCxnSpPr>
            <a:stCxn id="67" idx="6"/>
            <a:endCxn id="68" idx="2"/>
          </p:cNvCxnSpPr>
          <p:nvPr/>
        </p:nvCxnSpPr>
        <p:spPr>
          <a:xfrm>
            <a:off x="5348955" y="3728321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Elipse 76"/>
          <p:cNvSpPr/>
          <p:nvPr/>
        </p:nvSpPr>
        <p:spPr>
          <a:xfrm>
            <a:off x="1891104" y="3548321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P</a:t>
            </a:r>
            <a:r>
              <a:rPr lang="es-ES" baseline="-25000" dirty="0" err="1" smtClean="0"/>
              <a:t>a</a:t>
            </a:r>
            <a:endParaRPr lang="es-ES" baseline="-25000" dirty="0"/>
          </a:p>
        </p:txBody>
      </p:sp>
      <p:sp>
        <p:nvSpPr>
          <p:cNvPr id="78" name="Elipse 77"/>
          <p:cNvSpPr/>
          <p:nvPr/>
        </p:nvSpPr>
        <p:spPr>
          <a:xfrm>
            <a:off x="9119423" y="3548321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S</a:t>
            </a:r>
            <a:r>
              <a:rPr lang="es-ES" baseline="-25000" dirty="0" err="1" smtClean="0"/>
              <a:t>f</a:t>
            </a:r>
            <a:endParaRPr lang="es-ES" baseline="-25000" dirty="0"/>
          </a:p>
        </p:txBody>
      </p:sp>
      <p:cxnSp>
        <p:nvCxnSpPr>
          <p:cNvPr id="79" name="Conector recto de flecha 78"/>
          <p:cNvCxnSpPr>
            <a:stCxn id="77" idx="6"/>
            <a:endCxn id="65" idx="2"/>
          </p:cNvCxnSpPr>
          <p:nvPr/>
        </p:nvCxnSpPr>
        <p:spPr>
          <a:xfrm>
            <a:off x="2251104" y="3728321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de flecha 79"/>
          <p:cNvCxnSpPr>
            <a:stCxn id="82" idx="6"/>
            <a:endCxn id="78" idx="2"/>
          </p:cNvCxnSpPr>
          <p:nvPr/>
        </p:nvCxnSpPr>
        <p:spPr>
          <a:xfrm>
            <a:off x="8446806" y="3728321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Elipse 80"/>
          <p:cNvSpPr/>
          <p:nvPr/>
        </p:nvSpPr>
        <p:spPr>
          <a:xfrm>
            <a:off x="7054189" y="3548321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f</a:t>
            </a:r>
            <a:endParaRPr lang="es-ES" dirty="0"/>
          </a:p>
        </p:txBody>
      </p:sp>
      <p:sp>
        <p:nvSpPr>
          <p:cNvPr id="82" name="Elipse 81"/>
          <p:cNvSpPr/>
          <p:nvPr/>
        </p:nvSpPr>
        <p:spPr>
          <a:xfrm>
            <a:off x="8086806" y="3548321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e</a:t>
            </a:r>
            <a:endParaRPr lang="es-ES" dirty="0"/>
          </a:p>
        </p:txBody>
      </p:sp>
      <p:cxnSp>
        <p:nvCxnSpPr>
          <p:cNvPr id="83" name="Conector recto de flecha 82"/>
          <p:cNvCxnSpPr>
            <a:stCxn id="68" idx="6"/>
            <a:endCxn id="81" idx="2"/>
          </p:cNvCxnSpPr>
          <p:nvPr/>
        </p:nvCxnSpPr>
        <p:spPr>
          <a:xfrm>
            <a:off x="6381572" y="3728321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cto de flecha 83"/>
          <p:cNvCxnSpPr>
            <a:stCxn id="81" idx="6"/>
            <a:endCxn id="82" idx="2"/>
          </p:cNvCxnSpPr>
          <p:nvPr/>
        </p:nvCxnSpPr>
        <p:spPr>
          <a:xfrm>
            <a:off x="7414189" y="3728321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Elipse 84"/>
          <p:cNvSpPr/>
          <p:nvPr/>
        </p:nvSpPr>
        <p:spPr>
          <a:xfrm>
            <a:off x="2923721" y="4481842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a</a:t>
            </a:r>
            <a:endParaRPr lang="es-ES" dirty="0"/>
          </a:p>
        </p:txBody>
      </p:sp>
      <p:sp>
        <p:nvSpPr>
          <p:cNvPr id="86" name="Elipse 85"/>
          <p:cNvSpPr/>
          <p:nvPr/>
        </p:nvSpPr>
        <p:spPr>
          <a:xfrm>
            <a:off x="3956338" y="4481842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b</a:t>
            </a:r>
            <a:endParaRPr lang="es-ES" dirty="0"/>
          </a:p>
        </p:txBody>
      </p:sp>
      <p:sp>
        <p:nvSpPr>
          <p:cNvPr id="87" name="Elipse 86"/>
          <p:cNvSpPr/>
          <p:nvPr/>
        </p:nvSpPr>
        <p:spPr>
          <a:xfrm>
            <a:off x="4988955" y="4481842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c</a:t>
            </a:r>
            <a:endParaRPr lang="es-ES" dirty="0"/>
          </a:p>
        </p:txBody>
      </p:sp>
      <p:sp>
        <p:nvSpPr>
          <p:cNvPr id="88" name="Elipse 87"/>
          <p:cNvSpPr/>
          <p:nvPr/>
        </p:nvSpPr>
        <p:spPr>
          <a:xfrm>
            <a:off x="6021572" y="4481842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smtClean="0"/>
              <a:t>f</a:t>
            </a:r>
            <a:endParaRPr lang="es-ES" dirty="0"/>
          </a:p>
        </p:txBody>
      </p:sp>
      <p:cxnSp>
        <p:nvCxnSpPr>
          <p:cNvPr id="89" name="Conector recto de flecha 88"/>
          <p:cNvCxnSpPr>
            <a:stCxn id="85" idx="6"/>
            <a:endCxn id="86" idx="2"/>
          </p:cNvCxnSpPr>
          <p:nvPr/>
        </p:nvCxnSpPr>
        <p:spPr>
          <a:xfrm>
            <a:off x="3283721" y="4661842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de flecha 89"/>
          <p:cNvCxnSpPr>
            <a:stCxn id="86" idx="6"/>
            <a:endCxn id="87" idx="2"/>
          </p:cNvCxnSpPr>
          <p:nvPr/>
        </p:nvCxnSpPr>
        <p:spPr>
          <a:xfrm>
            <a:off x="4316338" y="4661842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de flecha 90"/>
          <p:cNvCxnSpPr>
            <a:stCxn id="87" idx="6"/>
            <a:endCxn id="88" idx="2"/>
          </p:cNvCxnSpPr>
          <p:nvPr/>
        </p:nvCxnSpPr>
        <p:spPr>
          <a:xfrm>
            <a:off x="5348955" y="4661842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Elipse 91"/>
          <p:cNvSpPr/>
          <p:nvPr/>
        </p:nvSpPr>
        <p:spPr>
          <a:xfrm>
            <a:off x="1891104" y="4481842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P</a:t>
            </a:r>
            <a:r>
              <a:rPr lang="es-ES" baseline="-25000" dirty="0" err="1" smtClean="0"/>
              <a:t>a</a:t>
            </a:r>
            <a:endParaRPr lang="es-ES" baseline="-25000" dirty="0"/>
          </a:p>
        </p:txBody>
      </p:sp>
      <p:sp>
        <p:nvSpPr>
          <p:cNvPr id="93" name="Elipse 92"/>
          <p:cNvSpPr/>
          <p:nvPr/>
        </p:nvSpPr>
        <p:spPr>
          <a:xfrm>
            <a:off x="9119423" y="4481842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S</a:t>
            </a:r>
            <a:r>
              <a:rPr lang="es-ES" baseline="-25000" dirty="0" err="1" smtClean="0"/>
              <a:t>f</a:t>
            </a:r>
            <a:endParaRPr lang="es-ES" baseline="-25000" dirty="0"/>
          </a:p>
        </p:txBody>
      </p:sp>
      <p:cxnSp>
        <p:nvCxnSpPr>
          <p:cNvPr id="94" name="Conector recto de flecha 93"/>
          <p:cNvCxnSpPr>
            <a:stCxn id="92" idx="6"/>
            <a:endCxn id="85" idx="2"/>
          </p:cNvCxnSpPr>
          <p:nvPr/>
        </p:nvCxnSpPr>
        <p:spPr>
          <a:xfrm>
            <a:off x="2251104" y="4661842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/>
          <p:cNvCxnSpPr>
            <a:stCxn id="97" idx="6"/>
            <a:endCxn id="93" idx="2"/>
          </p:cNvCxnSpPr>
          <p:nvPr/>
        </p:nvCxnSpPr>
        <p:spPr>
          <a:xfrm>
            <a:off x="8446806" y="4661842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Elipse 95"/>
          <p:cNvSpPr/>
          <p:nvPr/>
        </p:nvSpPr>
        <p:spPr>
          <a:xfrm>
            <a:off x="7054189" y="4481842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d</a:t>
            </a:r>
            <a:endParaRPr lang="es-ES" dirty="0"/>
          </a:p>
        </p:txBody>
      </p:sp>
      <p:sp>
        <p:nvSpPr>
          <p:cNvPr id="97" name="Elipse 96"/>
          <p:cNvSpPr/>
          <p:nvPr/>
        </p:nvSpPr>
        <p:spPr>
          <a:xfrm>
            <a:off x="8086806" y="4481842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e</a:t>
            </a:r>
            <a:endParaRPr lang="es-ES" dirty="0"/>
          </a:p>
        </p:txBody>
      </p:sp>
      <p:cxnSp>
        <p:nvCxnSpPr>
          <p:cNvPr id="98" name="Conector recto de flecha 97"/>
          <p:cNvCxnSpPr>
            <a:stCxn id="88" idx="6"/>
            <a:endCxn id="96" idx="2"/>
          </p:cNvCxnSpPr>
          <p:nvPr/>
        </p:nvCxnSpPr>
        <p:spPr>
          <a:xfrm>
            <a:off x="6381572" y="4661842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cto de flecha 98"/>
          <p:cNvCxnSpPr>
            <a:stCxn id="96" idx="6"/>
            <a:endCxn id="97" idx="2"/>
          </p:cNvCxnSpPr>
          <p:nvPr/>
        </p:nvCxnSpPr>
        <p:spPr>
          <a:xfrm>
            <a:off x="7414189" y="4661842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Elipse 99"/>
          <p:cNvSpPr/>
          <p:nvPr/>
        </p:nvSpPr>
        <p:spPr>
          <a:xfrm>
            <a:off x="2923721" y="5415363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a</a:t>
            </a:r>
            <a:endParaRPr lang="es-ES" dirty="0"/>
          </a:p>
        </p:txBody>
      </p:sp>
      <p:sp>
        <p:nvSpPr>
          <p:cNvPr id="101" name="Elipse 100"/>
          <p:cNvSpPr/>
          <p:nvPr/>
        </p:nvSpPr>
        <p:spPr>
          <a:xfrm>
            <a:off x="3956338" y="5415363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b</a:t>
            </a:r>
            <a:endParaRPr lang="es-ES" dirty="0"/>
          </a:p>
        </p:txBody>
      </p:sp>
      <p:sp>
        <p:nvSpPr>
          <p:cNvPr id="102" name="Elipse 101"/>
          <p:cNvSpPr/>
          <p:nvPr/>
        </p:nvSpPr>
        <p:spPr>
          <a:xfrm>
            <a:off x="4988955" y="5415363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c</a:t>
            </a:r>
            <a:endParaRPr lang="es-ES" dirty="0"/>
          </a:p>
        </p:txBody>
      </p:sp>
      <p:sp>
        <p:nvSpPr>
          <p:cNvPr id="103" name="Elipse 102"/>
          <p:cNvSpPr/>
          <p:nvPr/>
        </p:nvSpPr>
        <p:spPr>
          <a:xfrm>
            <a:off x="6021572" y="5415363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/>
              <a:t>f</a:t>
            </a:r>
            <a:endParaRPr lang="es-ES" dirty="0"/>
          </a:p>
        </p:txBody>
      </p:sp>
      <p:cxnSp>
        <p:nvCxnSpPr>
          <p:cNvPr id="104" name="Conector recto de flecha 103"/>
          <p:cNvCxnSpPr>
            <a:stCxn id="100" idx="6"/>
            <a:endCxn id="101" idx="2"/>
          </p:cNvCxnSpPr>
          <p:nvPr/>
        </p:nvCxnSpPr>
        <p:spPr>
          <a:xfrm>
            <a:off x="3283721" y="5595363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recto de flecha 104"/>
          <p:cNvCxnSpPr>
            <a:stCxn id="101" idx="6"/>
            <a:endCxn id="102" idx="2"/>
          </p:cNvCxnSpPr>
          <p:nvPr/>
        </p:nvCxnSpPr>
        <p:spPr>
          <a:xfrm>
            <a:off x="4316338" y="5595363"/>
            <a:ext cx="6726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recto de flecha 105"/>
          <p:cNvCxnSpPr>
            <a:stCxn id="102" idx="6"/>
            <a:endCxn id="103" idx="2"/>
          </p:cNvCxnSpPr>
          <p:nvPr/>
        </p:nvCxnSpPr>
        <p:spPr>
          <a:xfrm>
            <a:off x="5348955" y="5595363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Elipse 106"/>
          <p:cNvSpPr/>
          <p:nvPr/>
        </p:nvSpPr>
        <p:spPr>
          <a:xfrm>
            <a:off x="1891104" y="5415363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P</a:t>
            </a:r>
            <a:r>
              <a:rPr lang="es-ES" baseline="-25000" dirty="0" err="1" smtClean="0"/>
              <a:t>a</a:t>
            </a:r>
            <a:endParaRPr lang="es-ES" baseline="-25000" dirty="0"/>
          </a:p>
        </p:txBody>
      </p:sp>
      <p:sp>
        <p:nvSpPr>
          <p:cNvPr id="108" name="Elipse 107"/>
          <p:cNvSpPr/>
          <p:nvPr/>
        </p:nvSpPr>
        <p:spPr>
          <a:xfrm>
            <a:off x="9119423" y="5415363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 smtClean="0"/>
              <a:t>S</a:t>
            </a:r>
            <a:r>
              <a:rPr lang="es-ES" baseline="-25000" dirty="0" err="1" smtClean="0"/>
              <a:t>f</a:t>
            </a:r>
            <a:endParaRPr lang="es-ES" baseline="-25000" dirty="0"/>
          </a:p>
        </p:txBody>
      </p:sp>
      <p:cxnSp>
        <p:nvCxnSpPr>
          <p:cNvPr id="109" name="Conector recto de flecha 108"/>
          <p:cNvCxnSpPr>
            <a:stCxn id="107" idx="6"/>
            <a:endCxn id="100" idx="2"/>
          </p:cNvCxnSpPr>
          <p:nvPr/>
        </p:nvCxnSpPr>
        <p:spPr>
          <a:xfrm>
            <a:off x="2251104" y="5595363"/>
            <a:ext cx="6726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cto de flecha 109"/>
          <p:cNvCxnSpPr>
            <a:stCxn id="112" idx="6"/>
            <a:endCxn id="108" idx="2"/>
          </p:cNvCxnSpPr>
          <p:nvPr/>
        </p:nvCxnSpPr>
        <p:spPr>
          <a:xfrm>
            <a:off x="8446806" y="5595363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Elipse 110"/>
          <p:cNvSpPr/>
          <p:nvPr/>
        </p:nvSpPr>
        <p:spPr>
          <a:xfrm>
            <a:off x="7054189" y="5415363"/>
            <a:ext cx="360000" cy="36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e</a:t>
            </a:r>
            <a:endParaRPr lang="es-ES" dirty="0"/>
          </a:p>
        </p:txBody>
      </p:sp>
      <p:sp>
        <p:nvSpPr>
          <p:cNvPr id="112" name="Elipse 111"/>
          <p:cNvSpPr/>
          <p:nvPr/>
        </p:nvSpPr>
        <p:spPr>
          <a:xfrm>
            <a:off x="8086806" y="5415363"/>
            <a:ext cx="360000" cy="36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smtClean="0"/>
              <a:t>d</a:t>
            </a:r>
            <a:endParaRPr lang="es-ES" dirty="0"/>
          </a:p>
        </p:txBody>
      </p:sp>
      <p:cxnSp>
        <p:nvCxnSpPr>
          <p:cNvPr id="113" name="Conector recto de flecha 112"/>
          <p:cNvCxnSpPr>
            <a:stCxn id="103" idx="6"/>
            <a:endCxn id="111" idx="2"/>
          </p:cNvCxnSpPr>
          <p:nvPr/>
        </p:nvCxnSpPr>
        <p:spPr>
          <a:xfrm>
            <a:off x="6381572" y="5595363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de flecha 113"/>
          <p:cNvCxnSpPr>
            <a:stCxn id="111" idx="6"/>
            <a:endCxn id="112" idx="2"/>
          </p:cNvCxnSpPr>
          <p:nvPr/>
        </p:nvCxnSpPr>
        <p:spPr>
          <a:xfrm>
            <a:off x="7414189" y="5595363"/>
            <a:ext cx="6726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CuadroTexto 144"/>
          <p:cNvSpPr txBox="1"/>
          <p:nvPr/>
        </p:nvSpPr>
        <p:spPr>
          <a:xfrm>
            <a:off x="8586869" y="1367522"/>
            <a:ext cx="2766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6</a:t>
            </a:r>
            <a:r>
              <a:rPr lang="es-ES" dirty="0" smtClean="0">
                <a:solidFill>
                  <a:srgbClr val="FF0000"/>
                </a:solidFill>
              </a:rPr>
              <a:t> vecinos por bloque crítico (3 por cada extremo)</a:t>
            </a:r>
            <a:endParaRPr lang="es-E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5804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354</Words>
  <Application>Microsoft Office PowerPoint</Application>
  <PresentationFormat>Panorámica</PresentationFormat>
  <Paragraphs>192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Vecindades para JSP</vt:lpstr>
      <vt:lpstr>Vecindad N1: Invertir todos los arcos del bloque crítico</vt:lpstr>
      <vt:lpstr>Vecindad N1: Invertir todos los arcos del bloque crítico</vt:lpstr>
      <vt:lpstr>Vecindad N2: Invertir arcos en extremos del bloque crítico</vt:lpstr>
      <vt:lpstr>Vecindad N2: Invertir arcos en extremos del bloque crítico</vt:lpstr>
      <vt:lpstr>Vecindad N3</vt:lpstr>
      <vt:lpstr>Vecindad N3</vt:lpstr>
      <vt:lpstr>Vecindad N3:</vt:lpstr>
      <vt:lpstr>Vecindad N3: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JOSE PALACIOS ALONSO</dc:creator>
  <cp:lastModifiedBy>JUAN JOSE PALACIOS ALONSO</cp:lastModifiedBy>
  <cp:revision>14</cp:revision>
  <dcterms:created xsi:type="dcterms:W3CDTF">2022-03-03T09:27:46Z</dcterms:created>
  <dcterms:modified xsi:type="dcterms:W3CDTF">2022-03-03T10:30:50Z</dcterms:modified>
</cp:coreProperties>
</file>